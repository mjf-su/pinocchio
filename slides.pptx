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D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C008A-779E-4411-AAF8-430946C5F118}" v="104" dt="2026-07-01T20:11:07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Foutter" userId="737b59eb-97bc-4647-bd67-ceb0d787d636" providerId="ADAL" clId="{CC4C51A6-E23A-48CA-AD57-14CF09485AA3}"/>
    <pc:docChg chg="undo custSel addSld modSld">
      <pc:chgData name="Matthew Foutter" userId="737b59eb-97bc-4647-bd67-ceb0d787d636" providerId="ADAL" clId="{CC4C51A6-E23A-48CA-AD57-14CF09485AA3}" dt="2026-07-01T22:33:15.700" v="2045" actId="1076"/>
      <pc:docMkLst>
        <pc:docMk/>
      </pc:docMkLst>
      <pc:sldChg chg="modSp mod">
        <pc:chgData name="Matthew Foutter" userId="737b59eb-97bc-4647-bd67-ceb0d787d636" providerId="ADAL" clId="{CC4C51A6-E23A-48CA-AD57-14CF09485AA3}" dt="2026-07-01T22:33:15.700" v="2045" actId="1076"/>
        <pc:sldMkLst>
          <pc:docMk/>
          <pc:sldMk cId="2706692673" sldId="257"/>
        </pc:sldMkLst>
        <pc:spChg chg="mod">
          <ac:chgData name="Matthew Foutter" userId="737b59eb-97bc-4647-bd67-ceb0d787d636" providerId="ADAL" clId="{CC4C51A6-E23A-48CA-AD57-14CF09485AA3}" dt="2026-07-01T22:33:15.700" v="2045" actId="1076"/>
          <ac:spMkLst>
            <pc:docMk/>
            <pc:sldMk cId="2706692673" sldId="257"/>
            <ac:spMk id="18" creationId="{8E2FA2A6-2819-8C84-1DDA-95FA13B953C8}"/>
          </ac:spMkLst>
        </pc:spChg>
      </pc:sldChg>
      <pc:sldChg chg="addSp delSp modSp new mod">
        <pc:chgData name="Matthew Foutter" userId="737b59eb-97bc-4647-bd67-ceb0d787d636" providerId="ADAL" clId="{CC4C51A6-E23A-48CA-AD57-14CF09485AA3}" dt="2026-07-01T20:23:24.088" v="2018" actId="1076"/>
        <pc:sldMkLst>
          <pc:docMk/>
          <pc:sldMk cId="2606811143" sldId="258"/>
        </pc:sldMkLst>
        <pc:spChg chg="del">
          <ac:chgData name="Matthew Foutter" userId="737b59eb-97bc-4647-bd67-ceb0d787d636" providerId="ADAL" clId="{CC4C51A6-E23A-48CA-AD57-14CF09485AA3}" dt="2026-07-01T01:59:42.229" v="1" actId="478"/>
          <ac:spMkLst>
            <pc:docMk/>
            <pc:sldMk cId="2606811143" sldId="258"/>
            <ac:spMk id="2" creationId="{DAEBB5EA-8CB6-6109-FE68-D089F70E5345}"/>
          </ac:spMkLst>
        </pc:spChg>
        <pc:spChg chg="del">
          <ac:chgData name="Matthew Foutter" userId="737b59eb-97bc-4647-bd67-ceb0d787d636" providerId="ADAL" clId="{CC4C51A6-E23A-48CA-AD57-14CF09485AA3}" dt="2026-07-01T01:59:42.229" v="1" actId="478"/>
          <ac:spMkLst>
            <pc:docMk/>
            <pc:sldMk cId="2606811143" sldId="258"/>
            <ac:spMk id="3" creationId="{A614598B-042F-0225-399B-AFFC17A50A16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4" creationId="{CADA5DAB-40CE-3109-09BA-A6AF95805893}"/>
          </ac:spMkLst>
        </pc:spChg>
        <pc:spChg chg="add mod">
          <ac:chgData name="Matthew Foutter" userId="737b59eb-97bc-4647-bd67-ceb0d787d636" providerId="ADAL" clId="{CC4C51A6-E23A-48CA-AD57-14CF09485AA3}" dt="2026-07-01T02:13:36.287" v="255" actId="1076"/>
          <ac:spMkLst>
            <pc:docMk/>
            <pc:sldMk cId="2606811143" sldId="258"/>
            <ac:spMk id="5" creationId="{4D178332-189E-1DDD-5054-BA5ED04729A0}"/>
          </ac:spMkLst>
        </pc:spChg>
        <pc:spChg chg="add mod">
          <ac:chgData name="Matthew Foutter" userId="737b59eb-97bc-4647-bd67-ceb0d787d636" providerId="ADAL" clId="{CC4C51A6-E23A-48CA-AD57-14CF09485AA3}" dt="2026-07-01T02:13:56.891" v="274" actId="1038"/>
          <ac:spMkLst>
            <pc:docMk/>
            <pc:sldMk cId="2606811143" sldId="258"/>
            <ac:spMk id="6" creationId="{5E1C1698-7AB2-549F-F686-E97F4EC29EC2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7" creationId="{86627F9C-0737-3378-43FE-FA4E9F85D767}"/>
          </ac:spMkLst>
        </pc:spChg>
        <pc:spChg chg="add mod">
          <ac:chgData name="Matthew Foutter" userId="737b59eb-97bc-4647-bd67-ceb0d787d636" providerId="ADAL" clId="{CC4C51A6-E23A-48CA-AD57-14CF09485AA3}" dt="2026-07-01T02:14:10.789" v="276" actId="1076"/>
          <ac:spMkLst>
            <pc:docMk/>
            <pc:sldMk cId="2606811143" sldId="258"/>
            <ac:spMk id="8" creationId="{3A82537E-08FA-C39A-8944-2FE531EF3D61}"/>
          </ac:spMkLst>
        </pc:spChg>
        <pc:spChg chg="add mod">
          <ac:chgData name="Matthew Foutter" userId="737b59eb-97bc-4647-bd67-ceb0d787d636" providerId="ADAL" clId="{CC4C51A6-E23A-48CA-AD57-14CF09485AA3}" dt="2026-07-01T02:14:14.652" v="277" actId="1076"/>
          <ac:spMkLst>
            <pc:docMk/>
            <pc:sldMk cId="2606811143" sldId="258"/>
            <ac:spMk id="9" creationId="{95646039-DA8B-FC93-3585-75929A4B893C}"/>
          </ac:spMkLst>
        </pc:spChg>
        <pc:spChg chg="add mod">
          <ac:chgData name="Matthew Foutter" userId="737b59eb-97bc-4647-bd67-ceb0d787d636" providerId="ADAL" clId="{CC4C51A6-E23A-48CA-AD57-14CF09485AA3}" dt="2026-07-01T02:05:06.347" v="57"/>
          <ac:spMkLst>
            <pc:docMk/>
            <pc:sldMk cId="2606811143" sldId="258"/>
            <ac:spMk id="10" creationId="{4331449B-BFA2-9F6D-55F8-DA3FF730A7FD}"/>
          </ac:spMkLst>
        </pc:spChg>
        <pc:spChg chg="add mod">
          <ac:chgData name="Matthew Foutter" userId="737b59eb-97bc-4647-bd67-ceb0d787d636" providerId="ADAL" clId="{CC4C51A6-E23A-48CA-AD57-14CF09485AA3}" dt="2026-07-01T02:13:56.891" v="274" actId="1038"/>
          <ac:spMkLst>
            <pc:docMk/>
            <pc:sldMk cId="2606811143" sldId="258"/>
            <ac:spMk id="11" creationId="{3165F0FA-7872-8F8F-B7D2-7FE5BC6326CB}"/>
          </ac:spMkLst>
        </pc:spChg>
        <pc:spChg chg="add del mod">
          <ac:chgData name="Matthew Foutter" userId="737b59eb-97bc-4647-bd67-ceb0d787d636" providerId="ADAL" clId="{CC4C51A6-E23A-48CA-AD57-14CF09485AA3}" dt="2026-07-01T02:14:06.716" v="275" actId="1076"/>
          <ac:spMkLst>
            <pc:docMk/>
            <pc:sldMk cId="2606811143" sldId="258"/>
            <ac:spMk id="12" creationId="{707B93DC-D159-4AEB-F8E5-75242931F287}"/>
          </ac:spMkLst>
        </pc:spChg>
        <pc:spChg chg="add mod">
          <ac:chgData name="Matthew Foutter" userId="737b59eb-97bc-4647-bd67-ceb0d787d636" providerId="ADAL" clId="{CC4C51A6-E23A-48CA-AD57-14CF09485AA3}" dt="2026-07-01T02:08:47.447" v="143" actId="1076"/>
          <ac:spMkLst>
            <pc:docMk/>
            <pc:sldMk cId="2606811143" sldId="258"/>
            <ac:spMk id="13" creationId="{1DF5655D-EFDC-1B88-BC48-A2BAA87FBFB0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14" creationId="{1BF9A611-D09C-020F-B3DF-224DFC83D6BE}"/>
          </ac:spMkLst>
        </pc:spChg>
        <pc:spChg chg="add del mod">
          <ac:chgData name="Matthew Foutter" userId="737b59eb-97bc-4647-bd67-ceb0d787d636" providerId="ADAL" clId="{CC4C51A6-E23A-48CA-AD57-14CF09485AA3}" dt="2026-07-01T02:10:15.461" v="222" actId="478"/>
          <ac:spMkLst>
            <pc:docMk/>
            <pc:sldMk cId="2606811143" sldId="258"/>
            <ac:spMk id="15" creationId="{9700F1CD-FE84-57C3-D27E-8B70C071A475}"/>
          </ac:spMkLst>
        </pc:spChg>
        <pc:spChg chg="add mod">
          <ac:chgData name="Matthew Foutter" userId="737b59eb-97bc-4647-bd67-ceb0d787d636" providerId="ADAL" clId="{CC4C51A6-E23A-48CA-AD57-14CF09485AA3}" dt="2026-07-01T02:14:14.652" v="277" actId="1076"/>
          <ac:spMkLst>
            <pc:docMk/>
            <pc:sldMk cId="2606811143" sldId="258"/>
            <ac:spMk id="16" creationId="{A7B6CC80-937B-C71F-E08D-42495953F308}"/>
          </ac:spMkLst>
        </pc:spChg>
        <pc:spChg chg="add mod">
          <ac:chgData name="Matthew Foutter" userId="737b59eb-97bc-4647-bd67-ceb0d787d636" providerId="ADAL" clId="{CC4C51A6-E23A-48CA-AD57-14CF09485AA3}" dt="2026-07-01T02:49:56.302" v="896" actId="14100"/>
          <ac:spMkLst>
            <pc:docMk/>
            <pc:sldMk cId="2606811143" sldId="258"/>
            <ac:spMk id="17" creationId="{7D50BDCE-FD0A-6E4C-345F-DA776CA28091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18" creationId="{FC2F1B26-0E9E-3419-95BD-4E8216BEF8E7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19" creationId="{3EA944E4-4E63-48C2-598C-4EF9BA39C7CA}"/>
          </ac:spMkLst>
        </pc:spChg>
        <pc:spChg chg="add mod">
          <ac:chgData name="Matthew Foutter" userId="737b59eb-97bc-4647-bd67-ceb0d787d636" providerId="ADAL" clId="{CC4C51A6-E23A-48CA-AD57-14CF09485AA3}" dt="2026-07-01T02:49:53.937" v="890" actId="14100"/>
          <ac:spMkLst>
            <pc:docMk/>
            <pc:sldMk cId="2606811143" sldId="258"/>
            <ac:spMk id="20" creationId="{668C616A-1E16-C342-4504-BC06782E52FF}"/>
          </ac:spMkLst>
        </pc:spChg>
        <pc:spChg chg="add del mod">
          <ac:chgData name="Matthew Foutter" userId="737b59eb-97bc-4647-bd67-ceb0d787d636" providerId="ADAL" clId="{CC4C51A6-E23A-48CA-AD57-14CF09485AA3}" dt="2026-07-01T02:18:36.594" v="315" actId="478"/>
          <ac:spMkLst>
            <pc:docMk/>
            <pc:sldMk cId="2606811143" sldId="258"/>
            <ac:spMk id="27" creationId="{69380800-16BC-5925-98CD-3AB312553BDC}"/>
          </ac:spMkLst>
        </pc:spChg>
        <pc:spChg chg="add del mod">
          <ac:chgData name="Matthew Foutter" userId="737b59eb-97bc-4647-bd67-ceb0d787d636" providerId="ADAL" clId="{CC4C51A6-E23A-48CA-AD57-14CF09485AA3}" dt="2026-07-01T02:19:05.866" v="320" actId="478"/>
          <ac:spMkLst>
            <pc:docMk/>
            <pc:sldMk cId="2606811143" sldId="258"/>
            <ac:spMk id="28" creationId="{A66B42D0-452E-8A73-8BDF-6B1E593BEA42}"/>
          </ac:spMkLst>
        </pc:spChg>
        <pc:spChg chg="add del mod">
          <ac:chgData name="Matthew Foutter" userId="737b59eb-97bc-4647-bd67-ceb0d787d636" providerId="ADAL" clId="{CC4C51A6-E23A-48CA-AD57-14CF09485AA3}" dt="2026-07-01T02:19:58.635" v="323" actId="478"/>
          <ac:spMkLst>
            <pc:docMk/>
            <pc:sldMk cId="2606811143" sldId="258"/>
            <ac:spMk id="29" creationId="{C8D88501-66AD-67B1-EDAB-1A83A92B5606}"/>
          </ac:spMkLst>
        </pc:spChg>
        <pc:spChg chg="add mod">
          <ac:chgData name="Matthew Foutter" userId="737b59eb-97bc-4647-bd67-ceb0d787d636" providerId="ADAL" clId="{CC4C51A6-E23A-48CA-AD57-14CF09485AA3}" dt="2026-07-01T02:22:45.105" v="364" actId="1076"/>
          <ac:spMkLst>
            <pc:docMk/>
            <pc:sldMk cId="2606811143" sldId="258"/>
            <ac:spMk id="47" creationId="{D43D8326-E481-575A-4B4C-ED0450BA60A8}"/>
          </ac:spMkLst>
        </pc:spChg>
        <pc:spChg chg="add mod">
          <ac:chgData name="Matthew Foutter" userId="737b59eb-97bc-4647-bd67-ceb0d787d636" providerId="ADAL" clId="{CC4C51A6-E23A-48CA-AD57-14CF09485AA3}" dt="2026-07-01T02:22:58.516" v="366" actId="1076"/>
          <ac:spMkLst>
            <pc:docMk/>
            <pc:sldMk cId="2606811143" sldId="258"/>
            <ac:spMk id="48" creationId="{DB698104-8DCC-E131-E15D-45F1F6DA67A7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49" creationId="{0709BBE7-2685-0C71-2D6D-7CAA74AB4E2A}"/>
          </ac:spMkLst>
        </pc:spChg>
        <pc:spChg chg="add mod">
          <ac:chgData name="Matthew Foutter" userId="737b59eb-97bc-4647-bd67-ceb0d787d636" providerId="ADAL" clId="{CC4C51A6-E23A-48CA-AD57-14CF09485AA3}" dt="2026-07-01T02:23:28.068" v="370" actId="20577"/>
          <ac:spMkLst>
            <pc:docMk/>
            <pc:sldMk cId="2606811143" sldId="258"/>
            <ac:spMk id="50" creationId="{F7B7B73D-0292-435E-BBD7-FA06C1609C78}"/>
          </ac:spMkLst>
        </pc:spChg>
        <pc:spChg chg="add mod">
          <ac:chgData name="Matthew Foutter" userId="737b59eb-97bc-4647-bd67-ceb0d787d636" providerId="ADAL" clId="{CC4C51A6-E23A-48CA-AD57-14CF09485AA3}" dt="2026-07-01T02:46:29.197" v="858" actId="1036"/>
          <ac:spMkLst>
            <pc:docMk/>
            <pc:sldMk cId="2606811143" sldId="258"/>
            <ac:spMk id="51" creationId="{22531BF5-10C4-E46B-0DA2-EF8FB3A511AF}"/>
          </ac:spMkLst>
        </pc:spChg>
        <pc:spChg chg="add del mod">
          <ac:chgData name="Matthew Foutter" userId="737b59eb-97bc-4647-bd67-ceb0d787d636" providerId="ADAL" clId="{CC4C51A6-E23A-48CA-AD57-14CF09485AA3}" dt="2026-07-01T02:25:57.416" v="424" actId="478"/>
          <ac:spMkLst>
            <pc:docMk/>
            <pc:sldMk cId="2606811143" sldId="258"/>
            <ac:spMk id="52" creationId="{AAB76903-1698-3D5B-4B3B-AD9D4D8656B3}"/>
          </ac:spMkLst>
        </pc:spChg>
        <pc:spChg chg="add mod">
          <ac:chgData name="Matthew Foutter" userId="737b59eb-97bc-4647-bd67-ceb0d787d636" providerId="ADAL" clId="{CC4C51A6-E23A-48CA-AD57-14CF09485AA3}" dt="2026-07-01T02:46:29.197" v="858" actId="1036"/>
          <ac:spMkLst>
            <pc:docMk/>
            <pc:sldMk cId="2606811143" sldId="258"/>
            <ac:spMk id="53" creationId="{BB38F35A-713D-18BA-3D9B-86B30F329C1E}"/>
          </ac:spMkLst>
        </pc:spChg>
        <pc:spChg chg="add mod">
          <ac:chgData name="Matthew Foutter" userId="737b59eb-97bc-4647-bd67-ceb0d787d636" providerId="ADAL" clId="{CC4C51A6-E23A-48CA-AD57-14CF09485AA3}" dt="2026-07-01T02:46:29.197" v="858" actId="1036"/>
          <ac:spMkLst>
            <pc:docMk/>
            <pc:sldMk cId="2606811143" sldId="258"/>
            <ac:spMk id="54" creationId="{C5B31C88-1650-7B84-ACE9-372D976123E5}"/>
          </ac:spMkLst>
        </pc:spChg>
        <pc:spChg chg="add del mod">
          <ac:chgData name="Matthew Foutter" userId="737b59eb-97bc-4647-bd67-ceb0d787d636" providerId="ADAL" clId="{CC4C51A6-E23A-48CA-AD57-14CF09485AA3}" dt="2026-07-01T02:29:26.336" v="591" actId="478"/>
          <ac:spMkLst>
            <pc:docMk/>
            <pc:sldMk cId="2606811143" sldId="258"/>
            <ac:spMk id="55" creationId="{E8F4AD97-86EC-F09B-3FA8-63DD1F43E4F9}"/>
          </ac:spMkLst>
        </pc:spChg>
        <pc:spChg chg="add mod">
          <ac:chgData name="Matthew Foutter" userId="737b59eb-97bc-4647-bd67-ceb0d787d636" providerId="ADAL" clId="{CC4C51A6-E23A-48CA-AD57-14CF09485AA3}" dt="2026-07-01T02:46:29.197" v="858" actId="1036"/>
          <ac:spMkLst>
            <pc:docMk/>
            <pc:sldMk cId="2606811143" sldId="258"/>
            <ac:spMk id="56" creationId="{643C3AC3-CB77-C639-9F9D-8C356667AE07}"/>
          </ac:spMkLst>
        </pc:spChg>
        <pc:spChg chg="add mod">
          <ac:chgData name="Matthew Foutter" userId="737b59eb-97bc-4647-bd67-ceb0d787d636" providerId="ADAL" clId="{CC4C51A6-E23A-48CA-AD57-14CF09485AA3}" dt="2026-07-01T02:46:29.197" v="858" actId="1036"/>
          <ac:spMkLst>
            <pc:docMk/>
            <pc:sldMk cId="2606811143" sldId="258"/>
            <ac:spMk id="57" creationId="{89D03BF2-1661-4CA8-7F25-67902F677333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64" creationId="{729E4890-8CDC-990E-14D8-5F64F520A44E}"/>
          </ac:spMkLst>
        </pc:spChg>
        <pc:spChg chg="add mod">
          <ac:chgData name="Matthew Foutter" userId="737b59eb-97bc-4647-bd67-ceb0d787d636" providerId="ADAL" clId="{CC4C51A6-E23A-48CA-AD57-14CF09485AA3}" dt="2026-07-01T02:41:56.451" v="809" actId="114"/>
          <ac:spMkLst>
            <pc:docMk/>
            <pc:sldMk cId="2606811143" sldId="258"/>
            <ac:spMk id="65" creationId="{60AC5641-97D2-1367-FBF5-8AEDE89534A7}"/>
          </ac:spMkLst>
        </pc:spChg>
        <pc:spChg chg="add mod">
          <ac:chgData name="Matthew Foutter" userId="737b59eb-97bc-4647-bd67-ceb0d787d636" providerId="ADAL" clId="{CC4C51A6-E23A-48CA-AD57-14CF09485AA3}" dt="2026-07-01T02:41:58.078" v="810" actId="114"/>
          <ac:spMkLst>
            <pc:docMk/>
            <pc:sldMk cId="2606811143" sldId="258"/>
            <ac:spMk id="66" creationId="{B30A9A3B-3C8D-33A4-7D1B-38D68452A1F1}"/>
          </ac:spMkLst>
        </pc:spChg>
        <pc:spChg chg="add del">
          <ac:chgData name="Matthew Foutter" userId="737b59eb-97bc-4647-bd67-ceb0d787d636" providerId="ADAL" clId="{CC4C51A6-E23A-48CA-AD57-14CF09485AA3}" dt="2026-07-01T02:39:43.891" v="787" actId="478"/>
          <ac:spMkLst>
            <pc:docMk/>
            <pc:sldMk cId="2606811143" sldId="258"/>
            <ac:spMk id="67" creationId="{99024513-B121-C3FE-6039-C25B23234488}"/>
          </ac:spMkLst>
        </pc:spChg>
        <pc:spChg chg="add del mod">
          <ac:chgData name="Matthew Foutter" userId="737b59eb-97bc-4647-bd67-ceb0d787d636" providerId="ADAL" clId="{CC4C51A6-E23A-48CA-AD57-14CF09485AA3}" dt="2026-07-01T02:39:54.975" v="790" actId="478"/>
          <ac:spMkLst>
            <pc:docMk/>
            <pc:sldMk cId="2606811143" sldId="258"/>
            <ac:spMk id="68" creationId="{C2A17EE8-1203-62C4-BAD7-FD34CF4B90A1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69" creationId="{332B150F-1C48-71BE-CF86-1069FAC432DD}"/>
          </ac:spMkLst>
        </pc:spChg>
        <pc:spChg chg="add mod or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70" creationId="{2E407AA7-4362-E5A2-2130-1E3C82FFE22B}"/>
          </ac:spMkLst>
        </pc:spChg>
        <pc:spChg chg="add del mod">
          <ac:chgData name="Matthew Foutter" userId="737b59eb-97bc-4647-bd67-ceb0d787d636" providerId="ADAL" clId="{CC4C51A6-E23A-48CA-AD57-14CF09485AA3}" dt="2026-07-01T02:48:08.094" v="874" actId="478"/>
          <ac:spMkLst>
            <pc:docMk/>
            <pc:sldMk cId="2606811143" sldId="258"/>
            <ac:spMk id="73" creationId="{1C9D8764-0613-3F29-325A-FC4E939CC551}"/>
          </ac:spMkLst>
        </pc:spChg>
        <pc:spChg chg="add mod">
          <ac:chgData name="Matthew Foutter" userId="737b59eb-97bc-4647-bd67-ceb0d787d636" providerId="ADAL" clId="{CC4C51A6-E23A-48CA-AD57-14CF09485AA3}" dt="2026-07-01T02:54:27.745" v="943" actId="1076"/>
          <ac:spMkLst>
            <pc:docMk/>
            <pc:sldMk cId="2606811143" sldId="258"/>
            <ac:spMk id="78" creationId="{4D1C5096-91E6-4B11-81C5-CD379777E119}"/>
          </ac:spMkLst>
        </pc:spChg>
        <pc:spChg chg="add del">
          <ac:chgData name="Matthew Foutter" userId="737b59eb-97bc-4647-bd67-ceb0d787d636" providerId="ADAL" clId="{CC4C51A6-E23A-48CA-AD57-14CF09485AA3}" dt="2026-07-01T02:51:07.276" v="906" actId="478"/>
          <ac:spMkLst>
            <pc:docMk/>
            <pc:sldMk cId="2606811143" sldId="258"/>
            <ac:spMk id="79" creationId="{5F8E2A43-1139-0D9A-6DE0-7B7EBE8B1ED0}"/>
          </ac:spMkLst>
        </pc:spChg>
        <pc:spChg chg="add mod">
          <ac:chgData name="Matthew Foutter" userId="737b59eb-97bc-4647-bd67-ceb0d787d636" providerId="ADAL" clId="{CC4C51A6-E23A-48CA-AD57-14CF09485AA3}" dt="2026-07-01T02:54:53.809" v="945" actId="1076"/>
          <ac:spMkLst>
            <pc:docMk/>
            <pc:sldMk cId="2606811143" sldId="258"/>
            <ac:spMk id="80" creationId="{2803AC9F-BC04-501B-D1C0-9DDB84825698}"/>
          </ac:spMkLst>
        </pc:spChg>
        <pc:spChg chg="add mod">
          <ac:chgData name="Matthew Foutter" userId="737b59eb-97bc-4647-bd67-ceb0d787d636" providerId="ADAL" clId="{CC4C51A6-E23A-48CA-AD57-14CF09485AA3}" dt="2026-07-01T20:23:24.088" v="2018" actId="1076"/>
          <ac:spMkLst>
            <pc:docMk/>
            <pc:sldMk cId="2606811143" sldId="258"/>
            <ac:spMk id="81" creationId="{DA9652A6-F90B-27B2-68E5-4CC7B73CE1D3}"/>
          </ac:spMkLst>
        </pc:spChg>
        <pc:picChg chg="add mod">
          <ac:chgData name="Matthew Foutter" userId="737b59eb-97bc-4647-bd67-ceb0d787d636" providerId="ADAL" clId="{CC4C51A6-E23A-48CA-AD57-14CF09485AA3}" dt="2026-07-01T02:39:29.786" v="785" actId="1036"/>
          <ac:picMkLst>
            <pc:docMk/>
            <pc:sldMk cId="2606811143" sldId="258"/>
            <ac:picMk id="59" creationId="{07BBD63B-050F-B2FD-B0AB-522B2B0C30F3}"/>
          </ac:picMkLst>
        </pc:picChg>
        <pc:picChg chg="add mod">
          <ac:chgData name="Matthew Foutter" userId="737b59eb-97bc-4647-bd67-ceb0d787d636" providerId="ADAL" clId="{CC4C51A6-E23A-48CA-AD57-14CF09485AA3}" dt="2026-07-01T02:39:29.786" v="785" actId="1036"/>
          <ac:picMkLst>
            <pc:docMk/>
            <pc:sldMk cId="2606811143" sldId="258"/>
            <ac:picMk id="61" creationId="{9AA73178-9362-5D4A-1B3D-E3D863EC28CE}"/>
          </ac:picMkLst>
        </pc:picChg>
        <pc:picChg chg="add mod">
          <ac:chgData name="Matthew Foutter" userId="737b59eb-97bc-4647-bd67-ceb0d787d636" providerId="ADAL" clId="{CC4C51A6-E23A-48CA-AD57-14CF09485AA3}" dt="2026-07-01T02:39:29.786" v="785" actId="1036"/>
          <ac:picMkLst>
            <pc:docMk/>
            <pc:sldMk cId="2606811143" sldId="258"/>
            <ac:picMk id="63" creationId="{67308FFE-A501-66AB-0478-3C12F6504FA1}"/>
          </ac:picMkLst>
        </pc:picChg>
        <pc:cxnChg chg="add del mod">
          <ac:chgData name="Matthew Foutter" userId="737b59eb-97bc-4647-bd67-ceb0d787d636" providerId="ADAL" clId="{CC4C51A6-E23A-48CA-AD57-14CF09485AA3}" dt="2026-07-01T02:17:54.412" v="305" actId="478"/>
          <ac:cxnSpMkLst>
            <pc:docMk/>
            <pc:sldMk cId="2606811143" sldId="258"/>
            <ac:cxnSpMk id="22" creationId="{10D64E0B-1ACA-8432-FC28-907B07C3648E}"/>
          </ac:cxnSpMkLst>
        </pc:cxnChg>
        <pc:cxnChg chg="add del mod">
          <ac:chgData name="Matthew Foutter" userId="737b59eb-97bc-4647-bd67-ceb0d787d636" providerId="ADAL" clId="{CC4C51A6-E23A-48CA-AD57-14CF09485AA3}" dt="2026-07-01T02:20:08.407" v="326" actId="478"/>
          <ac:cxnSpMkLst>
            <pc:docMk/>
            <pc:sldMk cId="2606811143" sldId="258"/>
            <ac:cxnSpMk id="31" creationId="{3304D9BE-6DFE-5D34-6B18-9932B3C06AF2}"/>
          </ac:cxnSpMkLst>
        </pc:cxnChg>
        <pc:cxnChg chg="add del mod">
          <ac:chgData name="Matthew Foutter" userId="737b59eb-97bc-4647-bd67-ceb0d787d636" providerId="ADAL" clId="{CC4C51A6-E23A-48CA-AD57-14CF09485AA3}" dt="2026-07-01T02:20:18.312" v="328" actId="478"/>
          <ac:cxnSpMkLst>
            <pc:docMk/>
            <pc:sldMk cId="2606811143" sldId="258"/>
            <ac:cxnSpMk id="34" creationId="{DAD30C53-8FC1-8F71-AE37-FA547F33F5E4}"/>
          </ac:cxnSpMkLst>
        </pc:cxnChg>
        <pc:cxnChg chg="add del mod">
          <ac:chgData name="Matthew Foutter" userId="737b59eb-97bc-4647-bd67-ceb0d787d636" providerId="ADAL" clId="{CC4C51A6-E23A-48CA-AD57-14CF09485AA3}" dt="2026-07-01T02:21:11.526" v="341" actId="478"/>
          <ac:cxnSpMkLst>
            <pc:docMk/>
            <pc:sldMk cId="2606811143" sldId="258"/>
            <ac:cxnSpMk id="36" creationId="{99801697-AA87-1263-C113-4587BB7D134B}"/>
          </ac:cxnSpMkLst>
        </pc:cxnChg>
        <pc:cxnChg chg="add mod">
          <ac:chgData name="Matthew Foutter" userId="737b59eb-97bc-4647-bd67-ceb0d787d636" providerId="ADAL" clId="{CC4C51A6-E23A-48CA-AD57-14CF09485AA3}" dt="2026-07-01T02:55:36.771" v="973" actId="1038"/>
          <ac:cxnSpMkLst>
            <pc:docMk/>
            <pc:sldMk cId="2606811143" sldId="258"/>
            <ac:cxnSpMk id="72" creationId="{BDDDD900-2BD3-8A0F-C738-FAB0A7811345}"/>
          </ac:cxnSpMkLst>
        </pc:cxnChg>
        <pc:cxnChg chg="add del mod">
          <ac:chgData name="Matthew Foutter" userId="737b59eb-97bc-4647-bd67-ceb0d787d636" providerId="ADAL" clId="{CC4C51A6-E23A-48CA-AD57-14CF09485AA3}" dt="2026-07-01T02:54:21.907" v="942" actId="478"/>
          <ac:cxnSpMkLst>
            <pc:docMk/>
            <pc:sldMk cId="2606811143" sldId="258"/>
            <ac:cxnSpMk id="75" creationId="{B9452AFF-9259-0106-22A1-50CB2C89C958}"/>
          </ac:cxnSpMkLst>
        </pc:cxnChg>
      </pc:sldChg>
      <pc:sldChg chg="addSp delSp modSp new mod">
        <pc:chgData name="Matthew Foutter" userId="737b59eb-97bc-4647-bd67-ceb0d787d636" providerId="ADAL" clId="{CC4C51A6-E23A-48CA-AD57-14CF09485AA3}" dt="2026-07-01T20:31:19.472" v="2043" actId="1076"/>
        <pc:sldMkLst>
          <pc:docMk/>
          <pc:sldMk cId="1124806037" sldId="259"/>
        </pc:sldMkLst>
        <pc:spChg chg="add mod">
          <ac:chgData name="Matthew Foutter" userId="737b59eb-97bc-4647-bd67-ceb0d787d636" providerId="ADAL" clId="{CC4C51A6-E23A-48CA-AD57-14CF09485AA3}" dt="2026-07-01T20:11:30.699" v="2005" actId="113"/>
          <ac:spMkLst>
            <pc:docMk/>
            <pc:sldMk cId="1124806037" sldId="259"/>
            <ac:spMk id="2" creationId="{0A98B1A8-CAA8-E9B4-D189-DCA21ABB2085}"/>
          </ac:spMkLst>
        </pc:spChg>
        <pc:spChg chg="del">
          <ac:chgData name="Matthew Foutter" userId="737b59eb-97bc-4647-bd67-ceb0d787d636" providerId="ADAL" clId="{CC4C51A6-E23A-48CA-AD57-14CF09485AA3}" dt="2026-07-01T17:01:54.028" v="975" actId="478"/>
          <ac:spMkLst>
            <pc:docMk/>
            <pc:sldMk cId="1124806037" sldId="259"/>
            <ac:spMk id="2" creationId="{A4CC89B8-3705-10FA-0A61-BD7E71B5EE54}"/>
          </ac:spMkLst>
        </pc:spChg>
        <pc:spChg chg="del">
          <ac:chgData name="Matthew Foutter" userId="737b59eb-97bc-4647-bd67-ceb0d787d636" providerId="ADAL" clId="{CC4C51A6-E23A-48CA-AD57-14CF09485AA3}" dt="2026-07-01T17:01:54.028" v="975" actId="478"/>
          <ac:spMkLst>
            <pc:docMk/>
            <pc:sldMk cId="1124806037" sldId="259"/>
            <ac:spMk id="3" creationId="{6E121498-464A-FA34-EE93-7356F4BE76CB}"/>
          </ac:spMkLst>
        </pc:spChg>
        <pc:spChg chg="add del mod">
          <ac:chgData name="Matthew Foutter" userId="737b59eb-97bc-4647-bd67-ceb0d787d636" providerId="ADAL" clId="{CC4C51A6-E23A-48CA-AD57-14CF09485AA3}" dt="2026-07-01T17:03:29.914" v="1012" actId="478"/>
          <ac:spMkLst>
            <pc:docMk/>
            <pc:sldMk cId="1124806037" sldId="259"/>
            <ac:spMk id="4" creationId="{55F259AF-022B-F2DC-C4A0-22CA24DCB074}"/>
          </ac:spMkLst>
        </pc:spChg>
        <pc:spChg chg="add del mod">
          <ac:chgData name="Matthew Foutter" userId="737b59eb-97bc-4647-bd67-ceb0d787d636" providerId="ADAL" clId="{CC4C51A6-E23A-48CA-AD57-14CF09485AA3}" dt="2026-07-01T18:32:02.377" v="1737" actId="1076"/>
          <ac:spMkLst>
            <pc:docMk/>
            <pc:sldMk cId="1124806037" sldId="259"/>
            <ac:spMk id="5" creationId="{7A687E89-F15A-470C-D330-98C248F7907F}"/>
          </ac:spMkLst>
        </pc:spChg>
        <pc:spChg chg="add del mod">
          <ac:chgData name="Matthew Foutter" userId="737b59eb-97bc-4647-bd67-ceb0d787d636" providerId="ADAL" clId="{CC4C51A6-E23A-48CA-AD57-14CF09485AA3}" dt="2026-07-01T18:33:38.681" v="1749" actId="1076"/>
          <ac:spMkLst>
            <pc:docMk/>
            <pc:sldMk cId="1124806037" sldId="259"/>
            <ac:spMk id="6" creationId="{1411C31C-2B55-DBF2-EE3E-FC8E456FEC9B}"/>
          </ac:spMkLst>
        </pc:spChg>
        <pc:spChg chg="add del mod">
          <ac:chgData name="Matthew Foutter" userId="737b59eb-97bc-4647-bd67-ceb0d787d636" providerId="ADAL" clId="{CC4C51A6-E23A-48CA-AD57-14CF09485AA3}" dt="2026-07-01T20:29:27.640" v="2019" actId="113"/>
          <ac:spMkLst>
            <pc:docMk/>
            <pc:sldMk cId="1124806037" sldId="259"/>
            <ac:spMk id="7" creationId="{C9ABE6B1-8C6F-30C5-7F81-C78F2278B941}"/>
          </ac:spMkLst>
        </pc:spChg>
        <pc:spChg chg="add del mod">
          <ac:chgData name="Matthew Foutter" userId="737b59eb-97bc-4647-bd67-ceb0d787d636" providerId="ADAL" clId="{CC4C51A6-E23A-48CA-AD57-14CF09485AA3}" dt="2026-07-01T18:33:38.681" v="1749" actId="1076"/>
          <ac:spMkLst>
            <pc:docMk/>
            <pc:sldMk cId="1124806037" sldId="259"/>
            <ac:spMk id="8" creationId="{0A973AC8-E77A-2F56-D873-21C792155C0A}"/>
          </ac:spMkLst>
        </pc:spChg>
        <pc:spChg chg="add del mod">
          <ac:chgData name="Matthew Foutter" userId="737b59eb-97bc-4647-bd67-ceb0d787d636" providerId="ADAL" clId="{CC4C51A6-E23A-48CA-AD57-14CF09485AA3}" dt="2026-07-01T18:33:38.681" v="1749" actId="1076"/>
          <ac:spMkLst>
            <pc:docMk/>
            <pc:sldMk cId="1124806037" sldId="259"/>
            <ac:spMk id="9" creationId="{89B26DD3-707A-A154-C757-D0D085750D5F}"/>
          </ac:spMkLst>
        </pc:spChg>
        <pc:spChg chg="add del mod">
          <ac:chgData name="Matthew Foutter" userId="737b59eb-97bc-4647-bd67-ceb0d787d636" providerId="ADAL" clId="{CC4C51A6-E23A-48CA-AD57-14CF09485AA3}" dt="2026-07-01T18:33:38.681" v="1749" actId="1076"/>
          <ac:spMkLst>
            <pc:docMk/>
            <pc:sldMk cId="1124806037" sldId="259"/>
            <ac:spMk id="10" creationId="{1D230BC1-2FD1-010D-4E36-C698F8D802A3}"/>
          </ac:spMkLst>
        </pc:spChg>
        <pc:spChg chg="add del mod">
          <ac:chgData name="Matthew Foutter" userId="737b59eb-97bc-4647-bd67-ceb0d787d636" providerId="ADAL" clId="{CC4C51A6-E23A-48CA-AD57-14CF09485AA3}" dt="2026-07-01T20:29:35.978" v="2020" actId="113"/>
          <ac:spMkLst>
            <pc:docMk/>
            <pc:sldMk cId="1124806037" sldId="259"/>
            <ac:spMk id="15" creationId="{B471B336-498A-754F-3E19-8A4EE874B5BB}"/>
          </ac:spMkLst>
        </pc:spChg>
        <pc:spChg chg="add del mod">
          <ac:chgData name="Matthew Foutter" userId="737b59eb-97bc-4647-bd67-ceb0d787d636" providerId="ADAL" clId="{CC4C51A6-E23A-48CA-AD57-14CF09485AA3}" dt="2026-07-01T18:32:02.377" v="1737" actId="1076"/>
          <ac:spMkLst>
            <pc:docMk/>
            <pc:sldMk cId="1124806037" sldId="259"/>
            <ac:spMk id="16" creationId="{EE511CA3-DFF2-FE0F-5BD8-94393BB10BE5}"/>
          </ac:spMkLst>
        </pc:spChg>
        <pc:spChg chg="add del mod">
          <ac:chgData name="Matthew Foutter" userId="737b59eb-97bc-4647-bd67-ceb0d787d636" providerId="ADAL" clId="{CC4C51A6-E23A-48CA-AD57-14CF09485AA3}" dt="2026-07-01T17:19:48.061" v="1272" actId="478"/>
          <ac:spMkLst>
            <pc:docMk/>
            <pc:sldMk cId="1124806037" sldId="259"/>
            <ac:spMk id="20" creationId="{8D263C9C-6292-DD47-54CA-540D8743B680}"/>
          </ac:spMkLst>
        </pc:spChg>
        <pc:spChg chg="add mod">
          <ac:chgData name="Matthew Foutter" userId="737b59eb-97bc-4647-bd67-ceb0d787d636" providerId="ADAL" clId="{CC4C51A6-E23A-48CA-AD57-14CF09485AA3}" dt="2026-07-01T20:15:10.329" v="2006" actId="14100"/>
          <ac:spMkLst>
            <pc:docMk/>
            <pc:sldMk cId="1124806037" sldId="259"/>
            <ac:spMk id="21" creationId="{CA452042-254E-06BD-B7AC-3AFC0D13AE09}"/>
          </ac:spMkLst>
        </pc:spChg>
        <pc:spChg chg="add del mod">
          <ac:chgData name="Matthew Foutter" userId="737b59eb-97bc-4647-bd67-ceb0d787d636" providerId="ADAL" clId="{CC4C51A6-E23A-48CA-AD57-14CF09485AA3}" dt="2026-07-01T20:29:53.172" v="2026" actId="113"/>
          <ac:spMkLst>
            <pc:docMk/>
            <pc:sldMk cId="1124806037" sldId="259"/>
            <ac:spMk id="22" creationId="{27748932-9FC9-989C-61E2-3500CBB006DA}"/>
          </ac:spMkLst>
        </pc:spChg>
        <pc:spChg chg="add mod">
          <ac:chgData name="Matthew Foutter" userId="737b59eb-97bc-4647-bd67-ceb0d787d636" providerId="ADAL" clId="{CC4C51A6-E23A-48CA-AD57-14CF09485AA3}" dt="2026-07-01T18:33:38.681" v="1749" actId="1076"/>
          <ac:spMkLst>
            <pc:docMk/>
            <pc:sldMk cId="1124806037" sldId="259"/>
            <ac:spMk id="24" creationId="{65F255D6-FA73-2601-E6A4-338F15987A4E}"/>
          </ac:spMkLst>
        </pc:spChg>
        <pc:spChg chg="add mod ord">
          <ac:chgData name="Matthew Foutter" userId="737b59eb-97bc-4647-bd67-ceb0d787d636" providerId="ADAL" clId="{CC4C51A6-E23A-48CA-AD57-14CF09485AA3}" dt="2026-07-01T18:32:24.067" v="1739" actId="1076"/>
          <ac:spMkLst>
            <pc:docMk/>
            <pc:sldMk cId="1124806037" sldId="259"/>
            <ac:spMk id="25" creationId="{465EFB62-08A9-7BDB-CCDF-459C3A91C282}"/>
          </ac:spMkLst>
        </pc:spChg>
        <pc:spChg chg="add del mod or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32" creationId="{7927AA52-3ACA-30A1-05EC-2CB99080F80E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33" creationId="{D34B61B2-488F-57EB-B5EE-E4E643E65404}"/>
          </ac:spMkLst>
        </pc:spChg>
        <pc:spChg chg="add del mod">
          <ac:chgData name="Matthew Foutter" userId="737b59eb-97bc-4647-bd67-ceb0d787d636" providerId="ADAL" clId="{CC4C51A6-E23A-48CA-AD57-14CF09485AA3}" dt="2026-07-01T17:30:24.303" v="1486" actId="478"/>
          <ac:spMkLst>
            <pc:docMk/>
            <pc:sldMk cId="1124806037" sldId="259"/>
            <ac:spMk id="34" creationId="{FED090AB-F1B3-E1F1-B904-C0AE3A881B3C}"/>
          </ac:spMkLst>
        </pc:spChg>
        <pc:spChg chg="add mod">
          <ac:chgData name="Matthew Foutter" userId="737b59eb-97bc-4647-bd67-ceb0d787d636" providerId="ADAL" clId="{CC4C51A6-E23A-48CA-AD57-14CF09485AA3}" dt="2026-07-01T17:31:22.223" v="1495" actId="1076"/>
          <ac:spMkLst>
            <pc:docMk/>
            <pc:sldMk cId="1124806037" sldId="259"/>
            <ac:spMk id="35" creationId="{78966277-37B1-0EF4-E6A1-DBFD985ACDF5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36" creationId="{84341EC5-2252-A383-C0A5-F51A73AD8C68}"/>
          </ac:spMkLst>
        </pc:spChg>
        <pc:spChg chg="add mod">
          <ac:chgData name="Matthew Foutter" userId="737b59eb-97bc-4647-bd67-ceb0d787d636" providerId="ADAL" clId="{CC4C51A6-E23A-48CA-AD57-14CF09485AA3}" dt="2026-07-01T17:31:22.223" v="1495" actId="1076"/>
          <ac:spMkLst>
            <pc:docMk/>
            <pc:sldMk cId="1124806037" sldId="259"/>
            <ac:spMk id="38" creationId="{513704C8-6C64-FAEE-AC2E-1C73EC58C8AB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39" creationId="{53CADC84-E33D-B41E-6B68-CC7A8982E397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0" creationId="{8A5E79E2-C222-CCAF-BF56-DEFF680058F9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1" creationId="{4B5F063F-6A35-383B-948E-207642DCB3D3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4" creationId="{285899B2-EF89-4E99-A42B-B358C401EC77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5" creationId="{F5C7091F-C360-F0E5-E14D-51F7A9378202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6" creationId="{51FFD5C1-C2C8-0D1F-CCDA-C54B54996AFE}"/>
          </ac:spMkLst>
        </pc:spChg>
        <pc:spChg chg="add del mod">
          <ac:chgData name="Matthew Foutter" userId="737b59eb-97bc-4647-bd67-ceb0d787d636" providerId="ADAL" clId="{CC4C51A6-E23A-48CA-AD57-14CF09485AA3}" dt="2026-07-01T17:31:35.204" v="1496" actId="478"/>
          <ac:spMkLst>
            <pc:docMk/>
            <pc:sldMk cId="1124806037" sldId="259"/>
            <ac:spMk id="47" creationId="{AAB5B08E-01DB-4E8B-5BFF-7315BA2E2FF8}"/>
          </ac:spMkLst>
        </pc:spChg>
        <pc:spChg chg="add del mod">
          <ac:chgData name="Matthew Foutter" userId="737b59eb-97bc-4647-bd67-ceb0d787d636" providerId="ADAL" clId="{CC4C51A6-E23A-48CA-AD57-14CF09485AA3}" dt="2026-07-01T20:31:19.472" v="2043" actId="1076"/>
          <ac:spMkLst>
            <pc:docMk/>
            <pc:sldMk cId="1124806037" sldId="259"/>
            <ac:spMk id="52" creationId="{7F69DACB-3854-E133-0DE1-C87B552E1B19}"/>
          </ac:spMkLst>
        </pc:spChg>
        <pc:spChg chg="add mod">
          <ac:chgData name="Matthew Foutter" userId="737b59eb-97bc-4647-bd67-ceb0d787d636" providerId="ADAL" clId="{CC4C51A6-E23A-48CA-AD57-14CF09485AA3}" dt="2026-07-01T20:29:47.422" v="2025" actId="1076"/>
          <ac:spMkLst>
            <pc:docMk/>
            <pc:sldMk cId="1124806037" sldId="259"/>
            <ac:spMk id="53" creationId="{5780ED7B-EFE5-A9D2-7BD7-EFD14083BEC9}"/>
          </ac:spMkLst>
        </pc:spChg>
        <pc:spChg chg="add mod">
          <ac:chgData name="Matthew Foutter" userId="737b59eb-97bc-4647-bd67-ceb0d787d636" providerId="ADAL" clId="{CC4C51A6-E23A-48CA-AD57-14CF09485AA3}" dt="2026-07-01T20:29:38.805" v="2021" actId="113"/>
          <ac:spMkLst>
            <pc:docMk/>
            <pc:sldMk cId="1124806037" sldId="259"/>
            <ac:spMk id="54" creationId="{0157930B-F270-3F2E-80F6-6D600F241C68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55" creationId="{8AE1901B-DE65-80E3-AACF-8E48D3F9E068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56" creationId="{16D499C4-003B-532B-B3C9-10F0DC84E780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58" creationId="{62815900-27B6-2C29-94FB-18EEE477C8DB}"/>
          </ac:spMkLst>
        </pc:spChg>
        <pc:spChg chg="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59" creationId="{52331B8F-BF04-987C-5A78-F984E76BFDE7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60" creationId="{549C1EBE-3DEF-F78F-2074-241D9CB153CD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61" creationId="{F5E2ED39-E211-D1B3-F5AE-F9396C7789ED}"/>
          </ac:spMkLst>
        </pc:spChg>
        <pc:spChg chg="add del mod">
          <ac:chgData name="Matthew Foutter" userId="737b59eb-97bc-4647-bd67-ceb0d787d636" providerId="ADAL" clId="{CC4C51A6-E23A-48CA-AD57-14CF09485AA3}" dt="2026-07-01T18:32:34.296" v="1741" actId="478"/>
          <ac:spMkLst>
            <pc:docMk/>
            <pc:sldMk cId="1124806037" sldId="259"/>
            <ac:spMk id="1024" creationId="{C5934128-D1FA-7719-66C6-F4B2FEF02D60}"/>
          </ac:spMkLst>
        </pc:spChg>
        <pc:spChg chg="add del mod">
          <ac:chgData name="Matthew Foutter" userId="737b59eb-97bc-4647-bd67-ceb0d787d636" providerId="ADAL" clId="{CC4C51A6-E23A-48CA-AD57-14CF09485AA3}" dt="2026-07-01T18:32:44" v="1743" actId="478"/>
          <ac:spMkLst>
            <pc:docMk/>
            <pc:sldMk cId="1124806037" sldId="259"/>
            <ac:spMk id="1025" creationId="{BF0B571E-2C75-69B6-6A9E-362416BAF4B8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1027" creationId="{430B77C2-9164-CCC6-FC8B-E94F3FC255E0}"/>
          </ac:spMkLst>
        </pc:spChg>
        <pc:spChg chg="add del mod">
          <ac:chgData name="Matthew Foutter" userId="737b59eb-97bc-4647-bd67-ceb0d787d636" providerId="ADAL" clId="{CC4C51A6-E23A-48CA-AD57-14CF09485AA3}" dt="2026-07-01T18:32:31.602" v="1740" actId="478"/>
          <ac:spMkLst>
            <pc:docMk/>
            <pc:sldMk cId="1124806037" sldId="259"/>
            <ac:spMk id="1028" creationId="{7D0946A2-6388-9FF4-1547-2B903013BB7C}"/>
          </ac:spMkLst>
        </pc:spChg>
        <pc:spChg chg="del">
          <ac:chgData name="Matthew Foutter" userId="737b59eb-97bc-4647-bd67-ceb0d787d636" providerId="ADAL" clId="{CC4C51A6-E23A-48CA-AD57-14CF09485AA3}" dt="2026-07-01T18:31:39.636" v="1735" actId="478"/>
          <ac:spMkLst>
            <pc:docMk/>
            <pc:sldMk cId="1124806037" sldId="259"/>
            <ac:spMk id="1029" creationId="{4CB45523-4201-6A3A-6862-5154E66246EE}"/>
          </ac:spMkLst>
        </pc:spChg>
        <pc:spChg chg="add del mod">
          <ac:chgData name="Matthew Foutter" userId="737b59eb-97bc-4647-bd67-ceb0d787d636" providerId="ADAL" clId="{CC4C51A6-E23A-48CA-AD57-14CF09485AA3}" dt="2026-07-01T18:31:39.636" v="1735" actId="478"/>
          <ac:spMkLst>
            <pc:docMk/>
            <pc:sldMk cId="1124806037" sldId="259"/>
            <ac:spMk id="1030" creationId="{EB67EFE6-573D-440B-FE21-52D00D008049}"/>
          </ac:spMkLst>
        </pc:spChg>
        <pc:spChg chg="add mod">
          <ac:chgData name="Matthew Foutter" userId="737b59eb-97bc-4647-bd67-ceb0d787d636" providerId="ADAL" clId="{CC4C51A6-E23A-48CA-AD57-14CF09485AA3}" dt="2026-07-01T18:58:09.338" v="1897" actId="1035"/>
          <ac:spMkLst>
            <pc:docMk/>
            <pc:sldMk cId="1124806037" sldId="259"/>
            <ac:spMk id="1034" creationId="{76FB8290-9715-00C5-197D-1D8BE26B9796}"/>
          </ac:spMkLst>
        </pc:spChg>
        <pc:spChg chg="add mod">
          <ac:chgData name="Matthew Foutter" userId="737b59eb-97bc-4647-bd67-ceb0d787d636" providerId="ADAL" clId="{CC4C51A6-E23A-48CA-AD57-14CF09485AA3}" dt="2026-07-01T18:58:09.338" v="1897" actId="1035"/>
          <ac:spMkLst>
            <pc:docMk/>
            <pc:sldMk cId="1124806037" sldId="259"/>
            <ac:spMk id="1036" creationId="{F8E152B4-51DE-A2C2-AA7F-1C971FBFB0F6}"/>
          </ac:spMkLst>
        </pc:spChg>
        <pc:picChg chg="add mod">
          <ac:chgData name="Matthew Foutter" userId="737b59eb-97bc-4647-bd67-ceb0d787d636" providerId="ADAL" clId="{CC4C51A6-E23A-48CA-AD57-14CF09485AA3}" dt="2026-07-01T18:32:24.067" v="1739" actId="1076"/>
          <ac:picMkLst>
            <pc:docMk/>
            <pc:sldMk cId="1124806037" sldId="259"/>
            <ac:picMk id="27" creationId="{D7F45B76-C4D5-D239-FC9C-F763A825D1B4}"/>
          </ac:picMkLst>
        </pc:picChg>
        <pc:picChg chg="add del mod">
          <ac:chgData name="Matthew Foutter" userId="737b59eb-97bc-4647-bd67-ceb0d787d636" providerId="ADAL" clId="{CC4C51A6-E23A-48CA-AD57-14CF09485AA3}" dt="2026-07-01T17:27:15.745" v="1357" actId="478"/>
          <ac:picMkLst>
            <pc:docMk/>
            <pc:sldMk cId="1124806037" sldId="259"/>
            <ac:picMk id="29" creationId="{5C95BA58-979F-9D5B-5B71-8B0C8A8BACC8}"/>
          </ac:picMkLst>
        </pc:picChg>
        <pc:picChg chg="add mod">
          <ac:chgData name="Matthew Foutter" userId="737b59eb-97bc-4647-bd67-ceb0d787d636" providerId="ADAL" clId="{CC4C51A6-E23A-48CA-AD57-14CF09485AA3}" dt="2026-07-01T17:31:06.721" v="1493" actId="1076"/>
          <ac:picMkLst>
            <pc:docMk/>
            <pc:sldMk cId="1124806037" sldId="259"/>
            <ac:picMk id="31" creationId="{22A884E7-D2FD-AB31-BA87-F79314964680}"/>
          </ac:picMkLst>
        </pc:picChg>
        <pc:picChg chg="del">
          <ac:chgData name="Matthew Foutter" userId="737b59eb-97bc-4647-bd67-ceb0d787d636" providerId="ADAL" clId="{CC4C51A6-E23A-48CA-AD57-14CF09485AA3}" dt="2026-07-01T18:32:31.602" v="1740" actId="478"/>
          <ac:picMkLst>
            <pc:docMk/>
            <pc:sldMk cId="1124806037" sldId="259"/>
            <ac:picMk id="57" creationId="{E8AB6C05-E382-AB2C-AE28-8B0D8769B26D}"/>
          </ac:picMkLst>
        </pc:picChg>
        <pc:picChg chg="add mod">
          <ac:chgData name="Matthew Foutter" userId="737b59eb-97bc-4647-bd67-ceb0d787d636" providerId="ADAL" clId="{CC4C51A6-E23A-48CA-AD57-14CF09485AA3}" dt="2026-07-01T17:05:37.216" v="1067" actId="1076"/>
          <ac:picMkLst>
            <pc:docMk/>
            <pc:sldMk cId="1124806037" sldId="259"/>
            <ac:picMk id="1026" creationId="{27B52416-C62C-327A-A718-A96BC5CC8405}"/>
          </ac:picMkLst>
        </pc:picChg>
        <pc:picChg chg="add mod">
          <ac:chgData name="Matthew Foutter" userId="737b59eb-97bc-4647-bd67-ceb0d787d636" providerId="ADAL" clId="{CC4C51A6-E23A-48CA-AD57-14CF09485AA3}" dt="2026-07-01T18:58:09.338" v="1897" actId="1035"/>
          <ac:picMkLst>
            <pc:docMk/>
            <pc:sldMk cId="1124806037" sldId="259"/>
            <ac:picMk id="1035" creationId="{FD969480-4CC6-F9BF-5537-D5BC83BFBEAB}"/>
          </ac:picMkLst>
        </pc:picChg>
        <pc:picChg chg="add mod">
          <ac:chgData name="Matthew Foutter" userId="737b59eb-97bc-4647-bd67-ceb0d787d636" providerId="ADAL" clId="{CC4C51A6-E23A-48CA-AD57-14CF09485AA3}" dt="2026-07-01T18:58:09.338" v="1897" actId="1035"/>
          <ac:picMkLst>
            <pc:docMk/>
            <pc:sldMk cId="1124806037" sldId="259"/>
            <ac:picMk id="1037" creationId="{43E2CE1A-D2F4-BB8B-A5DA-3434309CD24F}"/>
          </ac:picMkLst>
        </pc:picChg>
        <pc:cxnChg chg="add mod">
          <ac:chgData name="Matthew Foutter" userId="737b59eb-97bc-4647-bd67-ceb0d787d636" providerId="ADAL" clId="{CC4C51A6-E23A-48CA-AD57-14CF09485AA3}" dt="2026-07-01T18:32:02.377" v="1737" actId="1076"/>
          <ac:cxnSpMkLst>
            <pc:docMk/>
            <pc:sldMk cId="1124806037" sldId="259"/>
            <ac:cxnSpMk id="12" creationId="{33E81FE9-7BB8-E129-4508-1A5B4EC762C8}"/>
          </ac:cxnSpMkLst>
        </pc:cxnChg>
        <pc:cxnChg chg="add mod">
          <ac:chgData name="Matthew Foutter" userId="737b59eb-97bc-4647-bd67-ceb0d787d636" providerId="ADAL" clId="{CC4C51A6-E23A-48CA-AD57-14CF09485AA3}" dt="2026-07-01T18:32:02.377" v="1737" actId="1076"/>
          <ac:cxnSpMkLst>
            <pc:docMk/>
            <pc:sldMk cId="1124806037" sldId="259"/>
            <ac:cxnSpMk id="13" creationId="{F1471A66-1CCF-A49F-924C-3C0605E36D27}"/>
          </ac:cxnSpMkLst>
        </pc:cxnChg>
        <pc:cxnChg chg="add mod">
          <ac:chgData name="Matthew Foutter" userId="737b59eb-97bc-4647-bd67-ceb0d787d636" providerId="ADAL" clId="{CC4C51A6-E23A-48CA-AD57-14CF09485AA3}" dt="2026-07-01T17:10:05.718" v="1155"/>
          <ac:cxnSpMkLst>
            <pc:docMk/>
            <pc:sldMk cId="1124806037" sldId="259"/>
            <ac:cxnSpMk id="14" creationId="{EAA23D98-1171-7A26-DD30-7ECF1AF83EB8}"/>
          </ac:cxnSpMkLst>
        </pc:cxnChg>
        <pc:cxnChg chg="add del mod">
          <ac:chgData name="Matthew Foutter" userId="737b59eb-97bc-4647-bd67-ceb0d787d636" providerId="ADAL" clId="{CC4C51A6-E23A-48CA-AD57-14CF09485AA3}" dt="2026-07-01T17:12:39.206" v="1236" actId="478"/>
          <ac:cxnSpMkLst>
            <pc:docMk/>
            <pc:sldMk cId="1124806037" sldId="259"/>
            <ac:cxnSpMk id="18" creationId="{2690616B-458B-417C-023A-A2FCB79C8AB2}"/>
          </ac:cxnSpMkLst>
        </pc:cxnChg>
        <pc:cxnChg chg="add mod">
          <ac:chgData name="Matthew Foutter" userId="737b59eb-97bc-4647-bd67-ceb0d787d636" providerId="ADAL" clId="{CC4C51A6-E23A-48CA-AD57-14CF09485AA3}" dt="2026-07-01T17:22:02.445" v="1301" actId="1582"/>
          <ac:cxnSpMkLst>
            <pc:docMk/>
            <pc:sldMk cId="1124806037" sldId="259"/>
            <ac:cxnSpMk id="23" creationId="{2CE4CC03-55C6-DBC1-28AE-1CB2C6C91F91}"/>
          </ac:cxnSpMkLst>
        </pc:cxnChg>
        <pc:cxnChg chg="add mod">
          <ac:chgData name="Matthew Foutter" userId="737b59eb-97bc-4647-bd67-ceb0d787d636" providerId="ADAL" clId="{CC4C51A6-E23A-48CA-AD57-14CF09485AA3}" dt="2026-07-01T18:33:04.375" v="1746" actId="14100"/>
          <ac:cxnSpMkLst>
            <pc:docMk/>
            <pc:sldMk cId="1124806037" sldId="259"/>
            <ac:cxnSpMk id="49" creationId="{23FBFDBB-58B9-6C2A-DA23-4B02DD3A728C}"/>
          </ac:cxnSpMkLst>
        </pc:cxnChg>
        <pc:cxnChg chg="del">
          <ac:chgData name="Matthew Foutter" userId="737b59eb-97bc-4647-bd67-ceb0d787d636" providerId="ADAL" clId="{CC4C51A6-E23A-48CA-AD57-14CF09485AA3}" dt="2026-07-01T18:32:31.602" v="1740" actId="478"/>
          <ac:cxnSpMkLst>
            <pc:docMk/>
            <pc:sldMk cId="1124806037" sldId="259"/>
            <ac:cxnSpMk id="62" creationId="{A3C61EC2-5C94-59C9-23A8-923D5D6E9FB9}"/>
          </ac:cxnSpMkLst>
        </pc:cxnChg>
        <pc:cxnChg chg="add mod">
          <ac:chgData name="Matthew Foutter" userId="737b59eb-97bc-4647-bd67-ceb0d787d636" providerId="ADAL" clId="{CC4C51A6-E23A-48CA-AD57-14CF09485AA3}" dt="2026-07-01T18:58:12.970" v="1898" actId="13822"/>
          <ac:cxnSpMkLst>
            <pc:docMk/>
            <pc:sldMk cId="1124806037" sldId="259"/>
            <ac:cxnSpMk id="1039" creationId="{69FD534F-CAE2-D417-FA51-3CA611D9051A}"/>
          </ac:cxnSpMkLst>
        </pc:cxnChg>
      </pc:sldChg>
      <pc:sldChg chg="addSp delSp modSp new mod">
        <pc:chgData name="Matthew Foutter" userId="737b59eb-97bc-4647-bd67-ceb0d787d636" providerId="ADAL" clId="{CC4C51A6-E23A-48CA-AD57-14CF09485AA3}" dt="2026-07-01T20:30:53.831" v="2038" actId="113"/>
        <pc:sldMkLst>
          <pc:docMk/>
          <pc:sldMk cId="1919206073" sldId="260"/>
        </pc:sldMkLst>
        <pc:spChg chg="del">
          <ac:chgData name="Matthew Foutter" userId="737b59eb-97bc-4647-bd67-ceb0d787d636" providerId="ADAL" clId="{CC4C51A6-E23A-48CA-AD57-14CF09485AA3}" dt="2026-07-01T17:31:41.670" v="1499" actId="478"/>
          <ac:spMkLst>
            <pc:docMk/>
            <pc:sldMk cId="1919206073" sldId="260"/>
            <ac:spMk id="2" creationId="{6EDCC509-E581-DC94-E1A8-2EBA8C973214}"/>
          </ac:spMkLst>
        </pc:spChg>
        <pc:spChg chg="add mod">
          <ac:chgData name="Matthew Foutter" userId="737b59eb-97bc-4647-bd67-ceb0d787d636" providerId="ADAL" clId="{CC4C51A6-E23A-48CA-AD57-14CF09485AA3}" dt="2026-07-01T20:11:21.550" v="1996" actId="113"/>
          <ac:spMkLst>
            <pc:docMk/>
            <pc:sldMk cId="1919206073" sldId="260"/>
            <ac:spMk id="2" creationId="{B995C286-D4C4-14CB-A874-916A56CFEC35}"/>
          </ac:spMkLst>
        </pc:spChg>
        <pc:spChg chg="del">
          <ac:chgData name="Matthew Foutter" userId="737b59eb-97bc-4647-bd67-ceb0d787d636" providerId="ADAL" clId="{CC4C51A6-E23A-48CA-AD57-14CF09485AA3}" dt="2026-07-01T17:31:41.670" v="1499" actId="478"/>
          <ac:spMkLst>
            <pc:docMk/>
            <pc:sldMk cId="1919206073" sldId="260"/>
            <ac:spMk id="3" creationId="{B154F9CC-49B8-6EBE-5F38-B87F6BDB146A}"/>
          </ac:spMkLst>
        </pc:spChg>
        <pc:spChg chg="mod">
          <ac:chgData name="Matthew Foutter" userId="737b59eb-97bc-4647-bd67-ceb0d787d636" providerId="ADAL" clId="{CC4C51A6-E23A-48CA-AD57-14CF09485AA3}" dt="2026-07-01T17:49:41.998" v="1722" actId="1076"/>
          <ac:spMkLst>
            <pc:docMk/>
            <pc:sldMk cId="1919206073" sldId="260"/>
            <ac:spMk id="4" creationId="{0FCBDCDE-BF3C-4756-61EC-3E355B57EA04}"/>
          </ac:spMkLst>
        </pc:spChg>
        <pc:spChg chg="add mod">
          <ac:chgData name="Matthew Foutter" userId="737b59eb-97bc-4647-bd67-ceb0d787d636" providerId="ADAL" clId="{CC4C51A6-E23A-48CA-AD57-14CF09485AA3}" dt="2026-07-01T18:33:27.799" v="1748" actId="1076"/>
          <ac:spMkLst>
            <pc:docMk/>
            <pc:sldMk cId="1919206073" sldId="260"/>
            <ac:spMk id="6" creationId="{08C04F62-CF8E-EB30-72AB-47C4DD655C56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7" creationId="{64D2CDCF-96B2-BD59-62DC-E2AB43C92CC4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8" creationId="{04BEEACE-E1FD-45E3-599C-5A83FD9DE34D}"/>
          </ac:spMkLst>
        </pc:spChg>
        <pc:spChg chg="add del mod">
          <ac:chgData name="Matthew Foutter" userId="737b59eb-97bc-4647-bd67-ceb0d787d636" providerId="ADAL" clId="{CC4C51A6-E23A-48CA-AD57-14CF09485AA3}" dt="2026-07-01T17:38:04.407" v="1566" actId="478"/>
          <ac:spMkLst>
            <pc:docMk/>
            <pc:sldMk cId="1919206073" sldId="260"/>
            <ac:spMk id="10" creationId="{8C903976-0021-17B9-6C26-9A1788550407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1" creationId="{B51CC0B9-7106-1040-433C-C3D9BA37A287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2" creationId="{64886A81-1FA4-0090-22EB-B95E00CF7BFE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3" creationId="{03C4FE7D-CD53-701F-14E5-B4CDE8357A2F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6" creationId="{7C3E2CE0-378C-5AD5-D897-F809D462B1B8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7" creationId="{4B2BA788-1B42-B69A-0B43-EBF27773AAD0}"/>
          </ac:spMkLst>
        </pc:spChg>
        <pc:spChg chg="add del mod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8" creationId="{9BD11D9B-8204-17F4-58D6-35FECAD7E34B}"/>
          </ac:spMkLst>
        </pc:spChg>
        <pc:spChg chg="del">
          <ac:chgData name="Matthew Foutter" userId="737b59eb-97bc-4647-bd67-ceb0d787d636" providerId="ADAL" clId="{CC4C51A6-E23A-48CA-AD57-14CF09485AA3}" dt="2026-07-01T17:37:57.606" v="1563" actId="478"/>
          <ac:spMkLst>
            <pc:docMk/>
            <pc:sldMk cId="1919206073" sldId="260"/>
            <ac:spMk id="19" creationId="{A4E0B729-FF84-A6C8-CB2C-7A446A96C885}"/>
          </ac:spMkLst>
        </pc:spChg>
        <pc:spChg chg="add mod">
          <ac:chgData name="Matthew Foutter" userId="737b59eb-97bc-4647-bd67-ceb0d787d636" providerId="ADAL" clId="{CC4C51A6-E23A-48CA-AD57-14CF09485AA3}" dt="2026-07-01T17:48:41.064" v="1713" actId="1076"/>
          <ac:spMkLst>
            <pc:docMk/>
            <pc:sldMk cId="1919206073" sldId="260"/>
            <ac:spMk id="20" creationId="{ECD4A6B5-A2FC-818D-5F48-55189C8AC400}"/>
          </ac:spMkLst>
        </pc:spChg>
        <pc:spChg chg="add mod">
          <ac:chgData name="Matthew Foutter" userId="737b59eb-97bc-4647-bd67-ceb0d787d636" providerId="ADAL" clId="{CC4C51A6-E23A-48CA-AD57-14CF09485AA3}" dt="2026-07-01T17:49:59.043" v="1723" actId="1076"/>
          <ac:spMkLst>
            <pc:docMk/>
            <pc:sldMk cId="1919206073" sldId="260"/>
            <ac:spMk id="21" creationId="{F8EA5BA5-66DA-97F5-29FD-585BB217C48C}"/>
          </ac:spMkLst>
        </pc:spChg>
        <pc:spChg chg="add mod">
          <ac:chgData name="Matthew Foutter" userId="737b59eb-97bc-4647-bd67-ceb0d787d636" providerId="ADAL" clId="{CC4C51A6-E23A-48CA-AD57-14CF09485AA3}" dt="2026-07-01T20:30:02.606" v="2028" actId="113"/>
          <ac:spMkLst>
            <pc:docMk/>
            <pc:sldMk cId="1919206073" sldId="260"/>
            <ac:spMk id="23" creationId="{1B1EEBA3-ABEB-EA88-9887-250D18687369}"/>
          </ac:spMkLst>
        </pc:spChg>
        <pc:spChg chg="add mod">
          <ac:chgData name="Matthew Foutter" userId="737b59eb-97bc-4647-bd67-ceb0d787d636" providerId="ADAL" clId="{CC4C51A6-E23A-48CA-AD57-14CF09485AA3}" dt="2026-07-01T17:48:41.064" v="1713" actId="1076"/>
          <ac:spMkLst>
            <pc:docMk/>
            <pc:sldMk cId="1919206073" sldId="260"/>
            <ac:spMk id="24" creationId="{8FBD18A9-E294-0C78-5BF0-36FF6BA7BD52}"/>
          </ac:spMkLst>
        </pc:spChg>
        <pc:spChg chg="add mod">
          <ac:chgData name="Matthew Foutter" userId="737b59eb-97bc-4647-bd67-ceb0d787d636" providerId="ADAL" clId="{CC4C51A6-E23A-48CA-AD57-14CF09485AA3}" dt="2026-07-01T17:48:41.064" v="1713" actId="1076"/>
          <ac:spMkLst>
            <pc:docMk/>
            <pc:sldMk cId="1919206073" sldId="260"/>
            <ac:spMk id="25" creationId="{10A98509-F61F-6517-D69B-5E2322E0B8E6}"/>
          </ac:spMkLst>
        </pc:spChg>
        <pc:spChg chg="add mod">
          <ac:chgData name="Matthew Foutter" userId="737b59eb-97bc-4647-bd67-ceb0d787d636" providerId="ADAL" clId="{CC4C51A6-E23A-48CA-AD57-14CF09485AA3}" dt="2026-07-01T18:33:27.799" v="1748" actId="1076"/>
          <ac:spMkLst>
            <pc:docMk/>
            <pc:sldMk cId="1919206073" sldId="260"/>
            <ac:spMk id="26" creationId="{B80FAA48-A5C2-B040-6048-DD25CF9B6779}"/>
          </ac:spMkLst>
        </pc:spChg>
        <pc:spChg chg="add mod">
          <ac:chgData name="Matthew Foutter" userId="737b59eb-97bc-4647-bd67-ceb0d787d636" providerId="ADAL" clId="{CC4C51A6-E23A-48CA-AD57-14CF09485AA3}" dt="2026-07-01T20:30:01.006" v="2027" actId="113"/>
          <ac:spMkLst>
            <pc:docMk/>
            <pc:sldMk cId="1919206073" sldId="260"/>
            <ac:spMk id="29" creationId="{39010ECB-11A7-B216-68BA-E3DC0AC5E87C}"/>
          </ac:spMkLst>
        </pc:spChg>
        <pc:spChg chg="add mod">
          <ac:chgData name="Matthew Foutter" userId="737b59eb-97bc-4647-bd67-ceb0d787d636" providerId="ADAL" clId="{CC4C51A6-E23A-48CA-AD57-14CF09485AA3}" dt="2026-07-01T17:48:41.064" v="1713" actId="1076"/>
          <ac:spMkLst>
            <pc:docMk/>
            <pc:sldMk cId="1919206073" sldId="260"/>
            <ac:spMk id="30" creationId="{4447C389-6FD6-6DC8-6276-C74E58088B30}"/>
          </ac:spMkLst>
        </pc:spChg>
        <pc:spChg chg="add mod">
          <ac:chgData name="Matthew Foutter" userId="737b59eb-97bc-4647-bd67-ceb0d787d636" providerId="ADAL" clId="{CC4C51A6-E23A-48CA-AD57-14CF09485AA3}" dt="2026-07-01T20:15:46.175" v="2014" actId="14100"/>
          <ac:spMkLst>
            <pc:docMk/>
            <pc:sldMk cId="1919206073" sldId="260"/>
            <ac:spMk id="31" creationId="{C61A51E4-39C5-1F65-39D0-35E78EB8F712}"/>
          </ac:spMkLst>
        </pc:spChg>
        <pc:spChg chg="add mod">
          <ac:chgData name="Matthew Foutter" userId="737b59eb-97bc-4647-bd67-ceb0d787d636" providerId="ADAL" clId="{CC4C51A6-E23A-48CA-AD57-14CF09485AA3}" dt="2026-07-01T20:30:12.862" v="2030" actId="113"/>
          <ac:spMkLst>
            <pc:docMk/>
            <pc:sldMk cId="1919206073" sldId="260"/>
            <ac:spMk id="32" creationId="{116B96F4-DF3E-66E9-6D34-995A86110A9A}"/>
          </ac:spMkLst>
        </pc:spChg>
        <pc:spChg chg="mod">
          <ac:chgData name="Matthew Foutter" userId="737b59eb-97bc-4647-bd67-ceb0d787d636" providerId="ADAL" clId="{CC4C51A6-E23A-48CA-AD57-14CF09485AA3}" dt="2026-07-01T20:30:40.621" v="2036" actId="113"/>
          <ac:spMkLst>
            <pc:docMk/>
            <pc:sldMk cId="1919206073" sldId="260"/>
            <ac:spMk id="35" creationId="{1ED62AFB-7CB5-70C8-3E4C-EE2B81712C94}"/>
          </ac:spMkLst>
        </pc:spChg>
        <pc:spChg chg="add del mod">
          <ac:chgData name="Matthew Foutter" userId="737b59eb-97bc-4647-bd67-ceb0d787d636" providerId="ADAL" clId="{CC4C51A6-E23A-48CA-AD57-14CF09485AA3}" dt="2026-07-01T17:38:01.739" v="1565" actId="478"/>
          <ac:spMkLst>
            <pc:docMk/>
            <pc:sldMk cId="1919206073" sldId="260"/>
            <ac:spMk id="36" creationId="{04D706C5-E379-C230-94FC-BDE7EBDF25F0}"/>
          </ac:spMkLst>
        </pc:spChg>
        <pc:spChg chg="add mod">
          <ac:chgData name="Matthew Foutter" userId="737b59eb-97bc-4647-bd67-ceb0d787d636" providerId="ADAL" clId="{CC4C51A6-E23A-48CA-AD57-14CF09485AA3}" dt="2026-07-01T17:50:17.202" v="1725" actId="1076"/>
          <ac:spMkLst>
            <pc:docMk/>
            <pc:sldMk cId="1919206073" sldId="260"/>
            <ac:spMk id="38" creationId="{75076CA4-3276-B17D-E14D-2F379435137A}"/>
          </ac:spMkLst>
        </pc:spChg>
        <pc:spChg chg="add mod">
          <ac:chgData name="Matthew Foutter" userId="737b59eb-97bc-4647-bd67-ceb0d787d636" providerId="ADAL" clId="{CC4C51A6-E23A-48CA-AD57-14CF09485AA3}" dt="2026-07-01T20:30:53.831" v="2038" actId="113"/>
          <ac:spMkLst>
            <pc:docMk/>
            <pc:sldMk cId="1919206073" sldId="260"/>
            <ac:spMk id="43" creationId="{4821194D-3161-6491-8829-980C12555958}"/>
          </ac:spMkLst>
        </pc:spChg>
        <pc:spChg chg="add mod">
          <ac:chgData name="Matthew Foutter" userId="737b59eb-97bc-4647-bd67-ceb0d787d636" providerId="ADAL" clId="{CC4C51A6-E23A-48CA-AD57-14CF09485AA3}" dt="2026-07-01T20:30:04.494" v="2029" actId="113"/>
          <ac:spMkLst>
            <pc:docMk/>
            <pc:sldMk cId="1919206073" sldId="260"/>
            <ac:spMk id="45" creationId="{0096A3C8-E831-83D4-D068-8B54F23704E5}"/>
          </ac:spMkLst>
        </pc:spChg>
        <pc:spChg chg="add mod">
          <ac:chgData name="Matthew Foutter" userId="737b59eb-97bc-4647-bd67-ceb0d787d636" providerId="ADAL" clId="{CC4C51A6-E23A-48CA-AD57-14CF09485AA3}" dt="2026-07-01T20:15:50.759" v="2015" actId="14100"/>
          <ac:spMkLst>
            <pc:docMk/>
            <pc:sldMk cId="1919206073" sldId="260"/>
            <ac:spMk id="46" creationId="{362F31CC-0CA8-0A2C-04D6-3461280C3254}"/>
          </ac:spMkLst>
        </pc:spChg>
        <pc:spChg chg="add mod">
          <ac:chgData name="Matthew Foutter" userId="737b59eb-97bc-4647-bd67-ceb0d787d636" providerId="ADAL" clId="{CC4C51A6-E23A-48CA-AD57-14CF09485AA3}" dt="2026-07-01T18:38:29.687" v="1755" actId="1076"/>
          <ac:spMkLst>
            <pc:docMk/>
            <pc:sldMk cId="1919206073" sldId="260"/>
            <ac:spMk id="60" creationId="{8C7DD76D-8667-7790-5BD3-A84A253B73CC}"/>
          </ac:spMkLst>
        </pc:spChg>
        <pc:spChg chg="add mod">
          <ac:chgData name="Matthew Foutter" userId="737b59eb-97bc-4647-bd67-ceb0d787d636" providerId="ADAL" clId="{CC4C51A6-E23A-48CA-AD57-14CF09485AA3}" dt="2026-07-01T18:57:35.521" v="1875" actId="1035"/>
          <ac:spMkLst>
            <pc:docMk/>
            <pc:sldMk cId="1919206073" sldId="260"/>
            <ac:spMk id="63" creationId="{2D7C5B21-C177-241C-18B3-AE7ED70E2C3C}"/>
          </ac:spMkLst>
        </pc:spChg>
        <pc:spChg chg="add mod ord">
          <ac:chgData name="Matthew Foutter" userId="737b59eb-97bc-4647-bd67-ceb0d787d636" providerId="ADAL" clId="{CC4C51A6-E23A-48CA-AD57-14CF09485AA3}" dt="2026-07-01T18:57:35.521" v="1875" actId="1035"/>
          <ac:spMkLst>
            <pc:docMk/>
            <pc:sldMk cId="1919206073" sldId="260"/>
            <ac:spMk id="64" creationId="{E772CBBA-D112-D8B6-A8FD-B1E246BDFBC4}"/>
          </ac:spMkLst>
        </pc:spChg>
        <pc:picChg chg="mod">
          <ac:chgData name="Matthew Foutter" userId="737b59eb-97bc-4647-bd67-ceb0d787d636" providerId="ADAL" clId="{CC4C51A6-E23A-48CA-AD57-14CF09485AA3}" dt="2026-07-01T17:49:41.998" v="1722" actId="1076"/>
          <ac:picMkLst>
            <pc:docMk/>
            <pc:sldMk cId="1919206073" sldId="260"/>
            <ac:picMk id="5" creationId="{30B807E9-3F4B-46E3-F1E0-4D25F94D0A12}"/>
          </ac:picMkLst>
        </pc:picChg>
        <pc:picChg chg="del">
          <ac:chgData name="Matthew Foutter" userId="737b59eb-97bc-4647-bd67-ceb0d787d636" providerId="ADAL" clId="{CC4C51A6-E23A-48CA-AD57-14CF09485AA3}" dt="2026-07-01T17:37:57.606" v="1563" actId="478"/>
          <ac:picMkLst>
            <pc:docMk/>
            <pc:sldMk cId="1919206073" sldId="260"/>
            <ac:picMk id="9" creationId="{505626EF-5CFE-1925-D78E-38539825B497}"/>
          </ac:picMkLst>
        </pc:picChg>
        <pc:picChg chg="mod">
          <ac:chgData name="Matthew Foutter" userId="737b59eb-97bc-4647-bd67-ceb0d787d636" providerId="ADAL" clId="{CC4C51A6-E23A-48CA-AD57-14CF09485AA3}" dt="2026-07-01T17:49:59.043" v="1723" actId="1076"/>
          <ac:picMkLst>
            <pc:docMk/>
            <pc:sldMk cId="1919206073" sldId="260"/>
            <ac:picMk id="22" creationId="{E7FE2C88-9109-CFD4-EFA5-09D599F9AE32}"/>
          </ac:picMkLst>
        </pc:picChg>
        <pc:picChg chg="add mod">
          <ac:chgData name="Matthew Foutter" userId="737b59eb-97bc-4647-bd67-ceb0d787d636" providerId="ADAL" clId="{CC4C51A6-E23A-48CA-AD57-14CF09485AA3}" dt="2026-07-01T18:57:35.521" v="1875" actId="1035"/>
          <ac:picMkLst>
            <pc:docMk/>
            <pc:sldMk cId="1919206073" sldId="260"/>
            <ac:picMk id="62" creationId="{F44BF3CB-23E2-B4A3-3D7E-CDE6294CEF1F}"/>
          </ac:picMkLst>
        </pc:picChg>
        <pc:picChg chg="add mod">
          <ac:chgData name="Matthew Foutter" userId="737b59eb-97bc-4647-bd67-ceb0d787d636" providerId="ADAL" clId="{CC4C51A6-E23A-48CA-AD57-14CF09485AA3}" dt="2026-07-01T18:57:35.521" v="1875" actId="1035"/>
          <ac:picMkLst>
            <pc:docMk/>
            <pc:sldMk cId="1919206073" sldId="260"/>
            <ac:picMk id="66" creationId="{64A31E69-41BD-B3C6-5478-7E8677981276}"/>
          </ac:picMkLst>
        </pc:picChg>
        <pc:cxnChg chg="mod">
          <ac:chgData name="Matthew Foutter" userId="737b59eb-97bc-4647-bd67-ceb0d787d636" providerId="ADAL" clId="{CC4C51A6-E23A-48CA-AD57-14CF09485AA3}" dt="2026-07-01T17:48:41.064" v="1713" actId="1076"/>
          <ac:cxnSpMkLst>
            <pc:docMk/>
            <pc:sldMk cId="1919206073" sldId="260"/>
            <ac:cxnSpMk id="28" creationId="{5BC251D0-B314-FB07-B102-334A0FE7604C}"/>
          </ac:cxnSpMkLst>
        </pc:cxnChg>
        <pc:cxnChg chg="del">
          <ac:chgData name="Matthew Foutter" userId="737b59eb-97bc-4647-bd67-ceb0d787d636" providerId="ADAL" clId="{CC4C51A6-E23A-48CA-AD57-14CF09485AA3}" dt="2026-07-01T17:38:04.407" v="1566" actId="478"/>
          <ac:cxnSpMkLst>
            <pc:docMk/>
            <pc:sldMk cId="1919206073" sldId="260"/>
            <ac:cxnSpMk id="33" creationId="{9710B873-4BE4-1CC1-8E7D-F3DA5511A977}"/>
          </ac:cxnSpMkLst>
        </pc:cxnChg>
        <pc:cxnChg chg="mod">
          <ac:chgData name="Matthew Foutter" userId="737b59eb-97bc-4647-bd67-ceb0d787d636" providerId="ADAL" clId="{CC4C51A6-E23A-48CA-AD57-14CF09485AA3}" dt="2026-07-01T17:50:29.115" v="1728" actId="14100"/>
          <ac:cxnSpMkLst>
            <pc:docMk/>
            <pc:sldMk cId="1919206073" sldId="260"/>
            <ac:cxnSpMk id="34" creationId="{CD11AC14-4BE3-E362-4C52-C9C5833DB344}"/>
          </ac:cxnSpMkLst>
        </pc:cxnChg>
        <pc:cxnChg chg="add del mod">
          <ac:chgData name="Matthew Foutter" userId="737b59eb-97bc-4647-bd67-ceb0d787d636" providerId="ADAL" clId="{CC4C51A6-E23A-48CA-AD57-14CF09485AA3}" dt="2026-07-01T17:38:01.739" v="1565" actId="478"/>
          <ac:cxnSpMkLst>
            <pc:docMk/>
            <pc:sldMk cId="1919206073" sldId="260"/>
            <ac:cxnSpMk id="37" creationId="{08348F94-1F4A-9115-9DF4-3C43567BE3FB}"/>
          </ac:cxnSpMkLst>
        </pc:cxnChg>
        <pc:cxnChg chg="add mod">
          <ac:chgData name="Matthew Foutter" userId="737b59eb-97bc-4647-bd67-ceb0d787d636" providerId="ADAL" clId="{CC4C51A6-E23A-48CA-AD57-14CF09485AA3}" dt="2026-07-01T17:50:17.202" v="1725" actId="1076"/>
          <ac:cxnSpMkLst>
            <pc:docMk/>
            <pc:sldMk cId="1919206073" sldId="260"/>
            <ac:cxnSpMk id="42" creationId="{BE5D6DC6-16A9-E856-B8F5-5CA46598A879}"/>
          </ac:cxnSpMkLst>
        </pc:cxnChg>
        <pc:cxnChg chg="add mod">
          <ac:chgData name="Matthew Foutter" userId="737b59eb-97bc-4647-bd67-ceb0d787d636" providerId="ADAL" clId="{CC4C51A6-E23A-48CA-AD57-14CF09485AA3}" dt="2026-07-01T18:57:44.606" v="1876" actId="13822"/>
          <ac:cxnSpMkLst>
            <pc:docMk/>
            <pc:sldMk cId="1919206073" sldId="260"/>
            <ac:cxnSpMk id="68" creationId="{FE5CD9A6-5562-0091-5CC2-0D6AA047217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51CE3-033B-498C-A98C-16D67B239D8F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F0076-B261-42A2-9F72-FFB99EA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79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F0076-B261-42A2-9F72-FFB99EA686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32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FB94-E588-713E-AE07-A7B3D1965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9F48E-512A-28F1-6A9F-7F80A7231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1E1FB-25F3-8F41-D1AA-26886FA0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0138F-00F9-DDD7-59A5-378AC9A9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8E5A4-206F-2559-5FAE-F8FD6EDF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9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6552-55A9-ED31-A4B8-1BC4CCC8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DB26A-861F-DBE9-9B9F-AEB688DB2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4A4D-4CFC-F0C2-FAB3-FB4BC148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A0FBA-583C-01BA-7B05-14D0134B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2906-5ABA-534A-767E-7E74521F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5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03E2-DCEC-F59A-B654-62650E0C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00B83-A4C6-0168-963B-7F5208EDB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F2190-D899-8B5D-B548-395E1143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46542-0E5C-3547-5778-512F88F2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BF50-3DB5-B939-1781-BD43C8E9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5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CF29-AF33-51CB-AB61-D0E8822F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7AAEB-6930-01D5-2EAB-0E8508071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0F4BC-C595-60D6-A9E4-91831BA44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8DC28-B0C8-FEFD-E2BE-335F6633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832E1-62EA-0857-658C-B8259F8F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D08B8-7E10-001E-7CD2-B687E9C6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4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A12E-D4ED-2658-29E0-26C0956A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ECF4-2ED1-F943-F8D9-3C509462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68BDF-E061-A3A5-EAA4-6205C78EB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521CE-8759-EE64-D166-7C2D5C410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1FB4E-7BEB-0CDA-F988-1F0FA8C40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CED91-AD91-2DBB-F5E3-B75373CE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201239-1355-D13E-1A7A-63A76E62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54A26-9549-654F-4717-EE7B958E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4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5F02-6B78-388E-6538-604D0F97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76877-8111-1244-0CB0-D536B1586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A738A-5661-4BF7-8CDC-91E85752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80645-B8DF-F2B0-CB3E-B3901A6B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7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E004F-D114-BB03-3A82-53BEC839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4F3B4-C5F1-8130-82BD-D39903F8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5B74-811B-5D52-DFDB-95298AED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5006-ACC5-A5CC-BCB5-3788C148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C0C3-0DE0-D2E8-D2D2-83FC79718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66B79-BEAA-7BFD-FAD5-48B2C9578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5CB31-F93E-1A62-FE41-F538B23B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C76E0-8EB3-554B-494D-07CF70B3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A5306-5069-121B-537C-F3B2FEB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5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CFA5-6FC8-63DC-E799-22DC1065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D7B2A-1AF5-24B8-8B79-E3E732185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B6E0E-777A-209C-6228-245470B16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28DBC-BF52-99E3-E10D-7A8DE3AA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1BC23-94C6-FE95-1E16-554862329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98154-984E-C58A-2581-322C4BB8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9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0B10-19E9-218E-8C7F-3E304437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BA267-F148-25BF-497A-F624A6F89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64259-6CDB-0A0A-0739-7A54A3E4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21280-CD33-1DA8-0C6C-70DBAB58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BB53-1D69-CD65-7593-CBCC6CDF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1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B9573-E5A4-BCD6-5FFA-79FCFD9D1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3FF5F-7B00-AA27-7D10-7B73C6255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8A3CF-D3DD-1946-4FAF-19A3E97DC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0BB0-9969-DFE0-2DFD-1BF79F3A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2510-1376-08CE-884F-6B3DE0AE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9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598DF-B1AF-7324-60DB-348AC5939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71295-8B35-F270-76DD-5222E0548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4D28F-939E-70C7-21E6-9FBA8D218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6FA61-D3BF-46FD-A21F-71E15FDE61F1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5BDE-0649-DEB6-25DD-D23E5A4F8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111DD-73DF-0EE3-5605-8AAC063C1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8F985-AED9-4141-894F-9DABEA3E4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2FEE9-D19F-650C-5CA9-0242F21F5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7" t="15072" b="14931"/>
          <a:stretch>
            <a:fillRect/>
          </a:stretch>
        </p:blipFill>
        <p:spPr>
          <a:xfrm>
            <a:off x="727586" y="1505836"/>
            <a:ext cx="11464413" cy="3854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8248B3-363B-BEF0-F235-247A1E1CB410}"/>
              </a:ext>
            </a:extLst>
          </p:cNvPr>
          <p:cNvSpPr txBox="1"/>
          <p:nvPr/>
        </p:nvSpPr>
        <p:spPr>
          <a:xfrm>
            <a:off x="4065967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-40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7BE1E-4B53-2091-3A6B-E678E82FB9BE}"/>
              </a:ext>
            </a:extLst>
          </p:cNvPr>
          <p:cNvSpPr txBox="1"/>
          <p:nvPr/>
        </p:nvSpPr>
        <p:spPr>
          <a:xfrm>
            <a:off x="4927600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-20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64559-8534-6912-B259-4CE472950181}"/>
              </a:ext>
            </a:extLst>
          </p:cNvPr>
          <p:cNvSpPr txBox="1"/>
          <p:nvPr/>
        </p:nvSpPr>
        <p:spPr>
          <a:xfrm>
            <a:off x="6644640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2366C-15AC-E4B0-2F7E-B2413817FED5}"/>
              </a:ext>
            </a:extLst>
          </p:cNvPr>
          <p:cNvSpPr txBox="1"/>
          <p:nvPr/>
        </p:nvSpPr>
        <p:spPr>
          <a:xfrm>
            <a:off x="7500047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40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166607-83F0-F4F0-AAD3-611920B9DC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984" y="1778495"/>
            <a:ext cx="409632" cy="20005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4E6FBC-2BD7-B4D6-22EB-4525DF378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984" y="4146294"/>
            <a:ext cx="523948" cy="9907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5460DB-B14D-DC16-5655-53204DA3201E}"/>
              </a:ext>
            </a:extLst>
          </p:cNvPr>
          <p:cNvSpPr txBox="1"/>
          <p:nvPr/>
        </p:nvSpPr>
        <p:spPr>
          <a:xfrm>
            <a:off x="2807154" y="4191549"/>
            <a:ext cx="583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101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38C3A-E880-AFD7-4CB9-657E51C49CB9}"/>
              </a:ext>
            </a:extLst>
          </p:cNvPr>
          <p:cNvSpPr txBox="1"/>
          <p:nvPr/>
        </p:nvSpPr>
        <p:spPr>
          <a:xfrm>
            <a:off x="2834640" y="4776828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1A6A74-68A0-5E5B-3A03-FE7F4A59DBBC}"/>
              </a:ext>
            </a:extLst>
          </p:cNvPr>
          <p:cNvSpPr txBox="1"/>
          <p:nvPr/>
        </p:nvSpPr>
        <p:spPr>
          <a:xfrm rot="16200000">
            <a:off x="-67662" y="4451571"/>
            <a:ext cx="129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Source Sans Pro" panose="020F0502020204030204" pitchFamily="34" charset="0"/>
              </a:rPr>
              <a:t>CoT</a:t>
            </a:r>
            <a:r>
              <a:rPr lang="en-US" b="1" dirty="0">
                <a:latin typeface="Source Sans Pro" panose="020F0502020204030204" pitchFamily="34" charset="0"/>
              </a:rPr>
              <a:t> same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2FA2A6-2819-8C84-1DDA-95FA13B953C8}"/>
              </a:ext>
            </a:extLst>
          </p:cNvPr>
          <p:cNvSpPr txBox="1"/>
          <p:nvPr/>
        </p:nvSpPr>
        <p:spPr>
          <a:xfrm rot="16200000">
            <a:off x="-320883" y="2494244"/>
            <a:ext cx="172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Source Sans Pro" panose="020F0502020204030204" pitchFamily="34" charset="0"/>
              </a:rPr>
              <a:t>CoT</a:t>
            </a:r>
            <a:r>
              <a:rPr lang="en-US" b="1" dirty="0">
                <a:latin typeface="Source Sans Pro" panose="020F0502020204030204" pitchFamily="34" charset="0"/>
              </a:rPr>
              <a:t> changed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014C2F-377F-A6CC-459E-E062929ABDA8}"/>
              </a:ext>
            </a:extLst>
          </p:cNvPr>
          <p:cNvSpPr txBox="1"/>
          <p:nvPr/>
        </p:nvSpPr>
        <p:spPr>
          <a:xfrm>
            <a:off x="2838812" y="3506102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0A98A-15B4-92AF-9BA6-36FF26D35A9E}"/>
              </a:ext>
            </a:extLst>
          </p:cNvPr>
          <p:cNvSpPr txBox="1"/>
          <p:nvPr/>
        </p:nvSpPr>
        <p:spPr>
          <a:xfrm>
            <a:off x="2838812" y="2907840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D6D9B-F1E5-646A-B916-E6A3965CCB91}"/>
              </a:ext>
            </a:extLst>
          </p:cNvPr>
          <p:cNvSpPr txBox="1"/>
          <p:nvPr/>
        </p:nvSpPr>
        <p:spPr>
          <a:xfrm>
            <a:off x="2841806" y="2309578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F96A03-199F-7AD4-FCD2-FF056C2EEF11}"/>
              </a:ext>
            </a:extLst>
          </p:cNvPr>
          <p:cNvSpPr txBox="1"/>
          <p:nvPr/>
        </p:nvSpPr>
        <p:spPr>
          <a:xfrm>
            <a:off x="2848972" y="174049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969BF-B462-27D0-DE88-0108E138FA12}"/>
              </a:ext>
            </a:extLst>
          </p:cNvPr>
          <p:cNvSpPr txBox="1"/>
          <p:nvPr/>
        </p:nvSpPr>
        <p:spPr>
          <a:xfrm>
            <a:off x="1081132" y="1128712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149B1-8975-28AB-E0E1-C8916E30B0A4}"/>
              </a:ext>
            </a:extLst>
          </p:cNvPr>
          <p:cNvSpPr txBox="1"/>
          <p:nvPr/>
        </p:nvSpPr>
        <p:spPr>
          <a:xfrm>
            <a:off x="1698838" y="1128712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331901-3C3F-4A15-4DA9-5285DA381D94}"/>
              </a:ext>
            </a:extLst>
          </p:cNvPr>
          <p:cNvSpPr txBox="1"/>
          <p:nvPr/>
        </p:nvSpPr>
        <p:spPr>
          <a:xfrm>
            <a:off x="628455" y="718281"/>
            <a:ext cx="214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Grounded in scene?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04CC5A-AF1A-7C2E-F8C4-E01250B6286C}"/>
              </a:ext>
            </a:extLst>
          </p:cNvPr>
          <p:cNvSpPr txBox="1"/>
          <p:nvPr/>
        </p:nvSpPr>
        <p:spPr>
          <a:xfrm>
            <a:off x="2758691" y="1134996"/>
            <a:ext cx="68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Source Sans Pro" panose="020F0502020204030204" pitchFamily="34" charset="0"/>
              </a:rPr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0333B7-337A-8CCD-F57D-6EE385491E74}"/>
              </a:ext>
            </a:extLst>
          </p:cNvPr>
          <p:cNvSpPr txBox="1"/>
          <p:nvPr/>
        </p:nvSpPr>
        <p:spPr>
          <a:xfrm>
            <a:off x="5735571" y="1128712"/>
            <a:ext cx="68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Source Sans Pro" panose="020F0502020204030204" pitchFamily="34" charset="0"/>
              </a:rPr>
              <a:t>50%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0336DE-FEC3-D517-2372-C4B4B3CD4FF3}"/>
              </a:ext>
            </a:extLst>
          </p:cNvPr>
          <p:cNvSpPr txBox="1"/>
          <p:nvPr/>
        </p:nvSpPr>
        <p:spPr>
          <a:xfrm>
            <a:off x="9863242" y="1128712"/>
            <a:ext cx="68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Source Sans Pro" panose="020F0502020204030204" pitchFamily="34" charset="0"/>
              </a:rPr>
              <a:t>50%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8D8A50-A553-EC23-11FB-D2586D92BFA8}"/>
              </a:ext>
            </a:extLst>
          </p:cNvPr>
          <p:cNvSpPr txBox="1"/>
          <p:nvPr/>
        </p:nvSpPr>
        <p:spPr>
          <a:xfrm>
            <a:off x="5005297" y="747468"/>
            <a:ext cx="214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Lateral ADE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89B1EB-7DE6-86FF-F8BC-A6B5B7227004}"/>
              </a:ext>
            </a:extLst>
          </p:cNvPr>
          <p:cNvSpPr txBox="1"/>
          <p:nvPr/>
        </p:nvSpPr>
        <p:spPr>
          <a:xfrm>
            <a:off x="9132968" y="747468"/>
            <a:ext cx="214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F0502020204030204" pitchFamily="34" charset="0"/>
              </a:rPr>
              <a:t>Longitudinal ADE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8C190-B827-46C7-5E3B-7DAEC07FCA1E}"/>
              </a:ext>
            </a:extLst>
          </p:cNvPr>
          <p:cNvSpPr txBox="1"/>
          <p:nvPr/>
        </p:nvSpPr>
        <p:spPr>
          <a:xfrm>
            <a:off x="8196007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-40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5AD96C-D782-E24E-1D95-265DB4D16E8C}"/>
              </a:ext>
            </a:extLst>
          </p:cNvPr>
          <p:cNvSpPr txBox="1"/>
          <p:nvPr/>
        </p:nvSpPr>
        <p:spPr>
          <a:xfrm>
            <a:off x="9057640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-20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01F8CF-E8C1-11C1-935A-BC966DF89FE2}"/>
              </a:ext>
            </a:extLst>
          </p:cNvPr>
          <p:cNvSpPr txBox="1"/>
          <p:nvPr/>
        </p:nvSpPr>
        <p:spPr>
          <a:xfrm>
            <a:off x="10774680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7D1C22-AA1E-F2A0-6B73-E912B80FBAF0}"/>
              </a:ext>
            </a:extLst>
          </p:cNvPr>
          <p:cNvSpPr txBox="1"/>
          <p:nvPr/>
        </p:nvSpPr>
        <p:spPr>
          <a:xfrm>
            <a:off x="11630087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53B840-AE08-41B1-CC9B-27C8AC6418F9}"/>
              </a:ext>
            </a:extLst>
          </p:cNvPr>
          <p:cNvSpPr txBox="1"/>
          <p:nvPr/>
        </p:nvSpPr>
        <p:spPr>
          <a:xfrm>
            <a:off x="5781040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785F93-84C9-8431-0392-55D11859C290}"/>
              </a:ext>
            </a:extLst>
          </p:cNvPr>
          <p:cNvSpPr txBox="1"/>
          <p:nvPr/>
        </p:nvSpPr>
        <p:spPr>
          <a:xfrm>
            <a:off x="9913047" y="5276611"/>
            <a:ext cx="52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F0502020204030204" pitchFamily="34" charset="0"/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DD62E7-9F87-96EA-172C-42406E8A684B}"/>
              </a:ext>
            </a:extLst>
          </p:cNvPr>
          <p:cNvSpPr txBox="1"/>
          <p:nvPr/>
        </p:nvSpPr>
        <p:spPr>
          <a:xfrm>
            <a:off x="4477774" y="5645943"/>
            <a:ext cx="313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 rate vs. baseline (pp from 50%)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8EF079-DEC1-E783-1488-2E85CA3F0A1F}"/>
              </a:ext>
            </a:extLst>
          </p:cNvPr>
          <p:cNvSpPr txBox="1"/>
          <p:nvPr/>
        </p:nvSpPr>
        <p:spPr>
          <a:xfrm>
            <a:off x="8609781" y="5645943"/>
            <a:ext cx="3134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Win rate vs. baseline (pp from 50%)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2C291C-AB8C-A640-FB81-67CA2105A1D3}"/>
              </a:ext>
            </a:extLst>
          </p:cNvPr>
          <p:cNvSpPr txBox="1"/>
          <p:nvPr/>
        </p:nvSpPr>
        <p:spPr>
          <a:xfrm>
            <a:off x="4594287" y="5925866"/>
            <a:ext cx="271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baseline wins  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RL wins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8EA34FB-0060-1D65-764D-2B33CB8F1AC2}"/>
              </a:ext>
            </a:extLst>
          </p:cNvPr>
          <p:cNvSpPr/>
          <p:nvPr/>
        </p:nvSpPr>
        <p:spPr>
          <a:xfrm>
            <a:off x="6973037" y="5999021"/>
            <a:ext cx="673182" cy="223022"/>
          </a:xfrm>
          <a:prstGeom prst="rightArrow">
            <a:avLst>
              <a:gd name="adj1" fmla="val 23724"/>
              <a:gd name="adj2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6836A82-30E9-7E3D-5656-DDD70097271A}"/>
              </a:ext>
            </a:extLst>
          </p:cNvPr>
          <p:cNvSpPr/>
          <p:nvPr/>
        </p:nvSpPr>
        <p:spPr>
          <a:xfrm flipH="1">
            <a:off x="4108703" y="5999021"/>
            <a:ext cx="485583" cy="223022"/>
          </a:xfrm>
          <a:prstGeom prst="rightArrow">
            <a:avLst>
              <a:gd name="adj1" fmla="val 23724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9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2E407AA7-4362-E5A2-2130-1E3C82FFE22B}"/>
              </a:ext>
            </a:extLst>
          </p:cNvPr>
          <p:cNvSpPr/>
          <p:nvPr/>
        </p:nvSpPr>
        <p:spPr>
          <a:xfrm>
            <a:off x="7697057" y="1117600"/>
            <a:ext cx="4159664" cy="3098800"/>
          </a:xfrm>
          <a:prstGeom prst="roundRect">
            <a:avLst>
              <a:gd name="adj" fmla="val 12405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ADA5DAB-40CE-3109-09BA-A6AF95805893}"/>
              </a:ext>
            </a:extLst>
          </p:cNvPr>
          <p:cNvSpPr>
            <a:spLocks noChangeAspect="1"/>
          </p:cNvSpPr>
          <p:nvPr/>
        </p:nvSpPr>
        <p:spPr>
          <a:xfrm>
            <a:off x="390462" y="2444956"/>
            <a:ext cx="1600200" cy="16002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78332-189E-1DDD-5054-BA5ED04729A0}"/>
              </a:ext>
            </a:extLst>
          </p:cNvPr>
          <p:cNvSpPr txBox="1"/>
          <p:nvPr/>
        </p:nvSpPr>
        <p:spPr>
          <a:xfrm>
            <a:off x="447612" y="2998834"/>
            <a:ext cx="1485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Observation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camera  •  ego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E1C1698-7AB2-549F-F686-E97F4EC29EC2}"/>
              </a:ext>
            </a:extLst>
          </p:cNvPr>
          <p:cNvSpPr>
            <a:spLocks noChangeAspect="1"/>
          </p:cNvSpPr>
          <p:nvPr/>
        </p:nvSpPr>
        <p:spPr>
          <a:xfrm>
            <a:off x="2843610" y="2444956"/>
            <a:ext cx="1600200" cy="1600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6627F9C-0737-3378-43FE-FA4E9F85D767}"/>
              </a:ext>
            </a:extLst>
          </p:cNvPr>
          <p:cNvSpPr>
            <a:spLocks noChangeAspect="1"/>
          </p:cNvSpPr>
          <p:nvPr/>
        </p:nvSpPr>
        <p:spPr>
          <a:xfrm>
            <a:off x="5296758" y="2444955"/>
            <a:ext cx="1600200" cy="1600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A82537E-08FA-C39A-8944-2FE531EF3D61}"/>
              </a:ext>
            </a:extLst>
          </p:cNvPr>
          <p:cNvSpPr>
            <a:spLocks noChangeAspect="1"/>
          </p:cNvSpPr>
          <p:nvPr/>
        </p:nvSpPr>
        <p:spPr>
          <a:xfrm>
            <a:off x="7749906" y="2444955"/>
            <a:ext cx="1600200" cy="1600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5646039-DA8B-FC93-3585-75929A4B893C}"/>
              </a:ext>
            </a:extLst>
          </p:cNvPr>
          <p:cNvSpPr>
            <a:spLocks noChangeAspect="1"/>
          </p:cNvSpPr>
          <p:nvPr/>
        </p:nvSpPr>
        <p:spPr>
          <a:xfrm>
            <a:off x="10203054" y="2444955"/>
            <a:ext cx="1600200" cy="1600200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5F0FA-7872-8F8F-B7D2-7FE5BC6326CB}"/>
              </a:ext>
            </a:extLst>
          </p:cNvPr>
          <p:cNvSpPr txBox="1"/>
          <p:nvPr/>
        </p:nvSpPr>
        <p:spPr>
          <a:xfrm>
            <a:off x="2901374" y="2937279"/>
            <a:ext cx="14846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Scene</a:t>
            </a:r>
          </a:p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z</a:t>
            </a:r>
            <a:r>
              <a:rPr lang="en-US" sz="1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B93DC-D159-4AEB-F8E5-75242931F287}"/>
              </a:ext>
            </a:extLst>
          </p:cNvPr>
          <p:cNvSpPr txBox="1"/>
          <p:nvPr/>
        </p:nvSpPr>
        <p:spPr>
          <a:xfrm>
            <a:off x="5354522" y="2660279"/>
            <a:ext cx="148467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Move</a:t>
            </a:r>
            <a:b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Justification</a:t>
            </a:r>
          </a:p>
          <a:p>
            <a:pPr algn="ctr"/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z</a:t>
            </a:r>
            <a:r>
              <a:rPr lang="en-US" sz="1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9A611-D09C-020F-B3DF-224DFC83D6BE}"/>
              </a:ext>
            </a:extLst>
          </p:cNvPr>
          <p:cNvSpPr txBox="1"/>
          <p:nvPr/>
        </p:nvSpPr>
        <p:spPr>
          <a:xfrm>
            <a:off x="7807670" y="2968056"/>
            <a:ext cx="1484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Meta-Action</a:t>
            </a:r>
            <a:b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z</a:t>
            </a:r>
            <a:r>
              <a:rPr lang="en-US" sz="16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6CC80-937B-C71F-E08D-42495953F308}"/>
              </a:ext>
            </a:extLst>
          </p:cNvPr>
          <p:cNvSpPr txBox="1"/>
          <p:nvPr/>
        </p:nvSpPr>
        <p:spPr>
          <a:xfrm>
            <a:off x="10541964" y="2968056"/>
            <a:ext cx="9223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Action</a:t>
            </a:r>
          </a:p>
          <a:p>
            <a:pPr algn="ctr"/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waypoints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50BDCE-FD0A-6E4C-345F-DA776CA28091}"/>
              </a:ext>
            </a:extLst>
          </p:cNvPr>
          <p:cNvSpPr/>
          <p:nvPr/>
        </p:nvSpPr>
        <p:spPr>
          <a:xfrm>
            <a:off x="2077186" y="3157864"/>
            <a:ext cx="679899" cy="235938"/>
          </a:xfrm>
          <a:prstGeom prst="rightArrow">
            <a:avLst>
              <a:gd name="adj1" fmla="val 16990"/>
              <a:gd name="adj2" fmla="val 4836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C2F1B26-0E9E-3419-95BD-4E8216BEF8E7}"/>
              </a:ext>
            </a:extLst>
          </p:cNvPr>
          <p:cNvSpPr/>
          <p:nvPr/>
        </p:nvSpPr>
        <p:spPr>
          <a:xfrm>
            <a:off x="4530334" y="3127086"/>
            <a:ext cx="679899" cy="235938"/>
          </a:xfrm>
          <a:prstGeom prst="rightArrow">
            <a:avLst>
              <a:gd name="adj1" fmla="val 16990"/>
              <a:gd name="adj2" fmla="val 4836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EA944E4-4E63-48C2-598C-4EF9BA39C7CA}"/>
              </a:ext>
            </a:extLst>
          </p:cNvPr>
          <p:cNvSpPr/>
          <p:nvPr/>
        </p:nvSpPr>
        <p:spPr>
          <a:xfrm>
            <a:off x="6986842" y="3127086"/>
            <a:ext cx="679899" cy="235938"/>
          </a:xfrm>
          <a:prstGeom prst="rightArrow">
            <a:avLst>
              <a:gd name="adj1" fmla="val 16990"/>
              <a:gd name="adj2" fmla="val 4836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68C616A-1E16-C342-4504-BC06782E52FF}"/>
              </a:ext>
            </a:extLst>
          </p:cNvPr>
          <p:cNvSpPr/>
          <p:nvPr/>
        </p:nvSpPr>
        <p:spPr>
          <a:xfrm>
            <a:off x="9465390" y="3116000"/>
            <a:ext cx="679899" cy="235938"/>
          </a:xfrm>
          <a:prstGeom prst="rightArrow">
            <a:avLst>
              <a:gd name="adj1" fmla="val 16990"/>
              <a:gd name="adj2" fmla="val 4836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D8326-E481-575A-4B4C-ED0450BA60A8}"/>
              </a:ext>
            </a:extLst>
          </p:cNvPr>
          <p:cNvSpPr txBox="1"/>
          <p:nvPr/>
        </p:nvSpPr>
        <p:spPr>
          <a:xfrm>
            <a:off x="2158794" y="2820051"/>
            <a:ext cx="51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698104-8DCC-E131-E15D-45F1F6DA67A7}"/>
              </a:ext>
            </a:extLst>
          </p:cNvPr>
          <p:cNvSpPr txBox="1"/>
          <p:nvPr/>
        </p:nvSpPr>
        <p:spPr>
          <a:xfrm>
            <a:off x="4611942" y="2819310"/>
            <a:ext cx="51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09BBE7-2685-0C71-2D6D-7CAA74AB4E2A}"/>
              </a:ext>
            </a:extLst>
          </p:cNvPr>
          <p:cNvSpPr txBox="1"/>
          <p:nvPr/>
        </p:nvSpPr>
        <p:spPr>
          <a:xfrm>
            <a:off x="7093849" y="2819310"/>
            <a:ext cx="51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B7B73D-0292-435E-BBD7-FA06C1609C78}"/>
              </a:ext>
            </a:extLst>
          </p:cNvPr>
          <p:cNvSpPr txBox="1"/>
          <p:nvPr/>
        </p:nvSpPr>
        <p:spPr>
          <a:xfrm>
            <a:off x="9489479" y="2819310"/>
            <a:ext cx="51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531BF5-10C4-E46B-0DA2-EF8FB3A511AF}"/>
              </a:ext>
            </a:extLst>
          </p:cNvPr>
          <p:cNvSpPr txBox="1"/>
          <p:nvPr/>
        </p:nvSpPr>
        <p:spPr>
          <a:xfrm>
            <a:off x="391446" y="5705491"/>
            <a:ext cx="204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E1 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scene grounding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38F35A-713D-18BA-3D9B-86B30F329C1E}"/>
              </a:ext>
            </a:extLst>
          </p:cNvPr>
          <p:cNvSpPr txBox="1"/>
          <p:nvPr/>
        </p:nvSpPr>
        <p:spPr>
          <a:xfrm>
            <a:off x="2684695" y="5705491"/>
            <a:ext cx="3226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E2 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justification entailed by scene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B31C88-1650-7B84-ACE9-372D976123E5}"/>
              </a:ext>
            </a:extLst>
          </p:cNvPr>
          <p:cNvSpPr txBox="1"/>
          <p:nvPr/>
        </p:nvSpPr>
        <p:spPr>
          <a:xfrm>
            <a:off x="6157503" y="5705491"/>
            <a:ext cx="3448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E3 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meta-action follows justification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3C3AC3-CB77-C639-9F9D-8C356667AE07}"/>
              </a:ext>
            </a:extLst>
          </p:cNvPr>
          <p:cNvSpPr txBox="1"/>
          <p:nvPr/>
        </p:nvSpPr>
        <p:spPr>
          <a:xfrm>
            <a:off x="334296" y="6195820"/>
            <a:ext cx="3339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E4 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trajectory realizes meta-action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D03BF2-1661-4CA8-7F25-67902F677333}"/>
              </a:ext>
            </a:extLst>
          </p:cNvPr>
          <p:cNvSpPr txBox="1"/>
          <p:nvPr/>
        </p:nvSpPr>
        <p:spPr>
          <a:xfrm>
            <a:off x="3880136" y="6195820"/>
            <a:ext cx="3339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E5  </a:t>
            </a: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•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trajectory enacts justification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7BBD63B-050F-B2FD-B0AB-522B2B0C3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35" y="1243264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AA73178-9362-5D4A-1B3D-E3D863EC2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221" y="1243264"/>
            <a:ext cx="457200" cy="457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7308FFE-A501-66AB-0478-3C12F6504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257" y="1244743"/>
            <a:ext cx="457200" cy="4572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29E4890-8CDC-990E-14D8-5F64F520A44E}"/>
              </a:ext>
            </a:extLst>
          </p:cNvPr>
          <p:cNvSpPr txBox="1"/>
          <p:nvPr/>
        </p:nvSpPr>
        <p:spPr>
          <a:xfrm>
            <a:off x="1858377" y="1768972"/>
            <a:ext cx="11175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AC5641-97D2-1367-FBF5-8AEDE89534A7}"/>
              </a:ext>
            </a:extLst>
          </p:cNvPr>
          <p:cNvSpPr txBox="1"/>
          <p:nvPr/>
        </p:nvSpPr>
        <p:spPr>
          <a:xfrm>
            <a:off x="5538099" y="1770127"/>
            <a:ext cx="11175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Think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0A9A3B-3C8D-33A4-7D1B-38D68452A1F1}"/>
              </a:ext>
            </a:extLst>
          </p:cNvPr>
          <p:cNvSpPr txBox="1"/>
          <p:nvPr/>
        </p:nvSpPr>
        <p:spPr>
          <a:xfrm>
            <a:off x="9189063" y="1768972"/>
            <a:ext cx="11175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Act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32B150F-1C48-71BE-CF86-1069FAC432DD}"/>
              </a:ext>
            </a:extLst>
          </p:cNvPr>
          <p:cNvSpPr/>
          <p:nvPr/>
        </p:nvSpPr>
        <p:spPr>
          <a:xfrm>
            <a:off x="334296" y="1117600"/>
            <a:ext cx="4162362" cy="3098800"/>
          </a:xfrm>
          <a:prstGeom prst="roundRect">
            <a:avLst>
              <a:gd name="adj" fmla="val 12405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DDDD900-2BD3-8A0F-C738-FAB0A7811345}"/>
              </a:ext>
            </a:extLst>
          </p:cNvPr>
          <p:cNvCxnSpPr/>
          <p:nvPr/>
        </p:nvCxnSpPr>
        <p:spPr>
          <a:xfrm>
            <a:off x="374936" y="5365463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D1C5096-91E6-4B11-81C5-CD379777E119}"/>
              </a:ext>
            </a:extLst>
          </p:cNvPr>
          <p:cNvSpPr txBox="1"/>
          <p:nvPr/>
        </p:nvSpPr>
        <p:spPr>
          <a:xfrm>
            <a:off x="8291663" y="4794070"/>
            <a:ext cx="51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E5</a:t>
            </a:r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2803AC9F-BC04-501B-D1C0-9DDB84825698}"/>
              </a:ext>
            </a:extLst>
          </p:cNvPr>
          <p:cNvSpPr/>
          <p:nvPr/>
        </p:nvSpPr>
        <p:spPr>
          <a:xfrm rot="10800000">
            <a:off x="6325456" y="1589451"/>
            <a:ext cx="4474850" cy="3543173"/>
          </a:xfrm>
          <a:prstGeom prst="arc">
            <a:avLst>
              <a:gd name="adj1" fmla="val 11875120"/>
              <a:gd name="adj2" fmla="val 20448570"/>
            </a:avLst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triangle" w="lg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9652A6-F90B-27B2-68E5-4CC7B73CE1D3}"/>
              </a:ext>
            </a:extLst>
          </p:cNvPr>
          <p:cNvSpPr txBox="1"/>
          <p:nvPr/>
        </p:nvSpPr>
        <p:spPr>
          <a:xfrm>
            <a:off x="3216005" y="171750"/>
            <a:ext cx="5761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Reasoning Chain</a:t>
            </a:r>
          </a:p>
        </p:txBody>
      </p:sp>
    </p:spTree>
    <p:extLst>
      <p:ext uri="{BB962C8B-B14F-4D97-AF65-F5344CB8AC3E}">
        <p14:creationId xmlns:p14="http://schemas.microsoft.com/office/powerpoint/2010/main" val="2606811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5EFB62-08A9-7BDB-CCDF-459C3A91C282}"/>
              </a:ext>
            </a:extLst>
          </p:cNvPr>
          <p:cNvSpPr/>
          <p:nvPr/>
        </p:nvSpPr>
        <p:spPr>
          <a:xfrm>
            <a:off x="8872362" y="2509849"/>
            <a:ext cx="2286000" cy="1142497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687E89-F15A-470C-D330-98C248F7907F}"/>
              </a:ext>
            </a:extLst>
          </p:cNvPr>
          <p:cNvSpPr/>
          <p:nvPr/>
        </p:nvSpPr>
        <p:spPr>
          <a:xfrm>
            <a:off x="5975964" y="2035709"/>
            <a:ext cx="2153920" cy="1458976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11C31C-2B55-DBF2-EE3E-FC8E456FEC9B}"/>
              </a:ext>
            </a:extLst>
          </p:cNvPr>
          <p:cNvSpPr/>
          <p:nvPr/>
        </p:nvSpPr>
        <p:spPr>
          <a:xfrm>
            <a:off x="3851624" y="2676669"/>
            <a:ext cx="1280160" cy="782320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26" name="Picture 2" descr="{&quot;color&quot;:&quot;#000000&quot;,&quot;height&quot;:100,&quot;text&quot;:&quot;\\pi_{\\theta}&quot;,&quot;mathType&quot;:&quot;LaTEX&quot;}">
            <a:extLst>
              <a:ext uri="{FF2B5EF4-FFF2-40B4-BE49-F238E27FC236}">
                <a16:creationId xmlns:a16="http://schemas.microsoft.com/office/drawing/2014/main" id="{27B52416-C62C-327A-A718-A96BC5CC8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235" y="2915973"/>
            <a:ext cx="642937" cy="3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ABE6B1-8C6F-30C5-7F81-C78F2278B941}"/>
              </a:ext>
            </a:extLst>
          </p:cNvPr>
          <p:cNvSpPr txBox="1"/>
          <p:nvPr/>
        </p:nvSpPr>
        <p:spPr>
          <a:xfrm>
            <a:off x="3760183" y="2307337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Robot Policy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73AC8-E77A-2F56-D873-21C792155C0A}"/>
              </a:ext>
            </a:extLst>
          </p:cNvPr>
          <p:cNvSpPr txBox="1"/>
          <p:nvPr/>
        </p:nvSpPr>
        <p:spPr>
          <a:xfrm>
            <a:off x="6321404" y="2035709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Scene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26DD3-707A-A154-C757-D0D085750D5F}"/>
              </a:ext>
            </a:extLst>
          </p:cNvPr>
          <p:cNvSpPr txBox="1"/>
          <p:nvPr/>
        </p:nvSpPr>
        <p:spPr>
          <a:xfrm>
            <a:off x="6321404" y="2533549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Justification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30BC1-2FD1-010D-4E36-C698F8D802A3}"/>
              </a:ext>
            </a:extLst>
          </p:cNvPr>
          <p:cNvSpPr txBox="1"/>
          <p:nvPr/>
        </p:nvSpPr>
        <p:spPr>
          <a:xfrm>
            <a:off x="6321404" y="3031389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Meta-Action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E81FE9-7BB8-E129-4508-1A5B4EC762C8}"/>
              </a:ext>
            </a:extLst>
          </p:cNvPr>
          <p:cNvCxnSpPr/>
          <p:nvPr/>
        </p:nvCxnSpPr>
        <p:spPr>
          <a:xfrm>
            <a:off x="6152748" y="2472589"/>
            <a:ext cx="182880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471A66-1CCF-A49F-924C-3C0605E36D27}"/>
              </a:ext>
            </a:extLst>
          </p:cNvPr>
          <p:cNvCxnSpPr/>
          <p:nvPr/>
        </p:nvCxnSpPr>
        <p:spPr>
          <a:xfrm>
            <a:off x="6152748" y="2990503"/>
            <a:ext cx="182880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71B336-498A-754F-3E19-8A4EE874B5BB}"/>
              </a:ext>
            </a:extLst>
          </p:cNvPr>
          <p:cNvSpPr txBox="1"/>
          <p:nvPr/>
        </p:nvSpPr>
        <p:spPr>
          <a:xfrm>
            <a:off x="5975964" y="1389378"/>
            <a:ext cx="215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Embodied</a:t>
            </a:r>
            <a:b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Chain-of-Thought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511CA3-DFF2-FE0F-5BD8-94393BB10BE5}"/>
              </a:ext>
            </a:extLst>
          </p:cNvPr>
          <p:cNvSpPr/>
          <p:nvPr/>
        </p:nvSpPr>
        <p:spPr>
          <a:xfrm>
            <a:off x="5985796" y="4012598"/>
            <a:ext cx="2153920" cy="543113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Robot Actions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CA452042-254E-06BD-B7AC-3AFC0D13AE09}"/>
              </a:ext>
            </a:extLst>
          </p:cNvPr>
          <p:cNvSpPr/>
          <p:nvPr/>
        </p:nvSpPr>
        <p:spPr>
          <a:xfrm>
            <a:off x="5278232" y="1524000"/>
            <a:ext cx="344325" cy="3028682"/>
          </a:xfrm>
          <a:prstGeom prst="leftBrace">
            <a:avLst>
              <a:gd name="adj1" fmla="val 31349"/>
              <a:gd name="adj2" fmla="val 509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748932-9FC9-989C-61E2-3500CBB006DA}"/>
              </a:ext>
            </a:extLst>
          </p:cNvPr>
          <p:cNvSpPr txBox="1"/>
          <p:nvPr/>
        </p:nvSpPr>
        <p:spPr>
          <a:xfrm>
            <a:off x="5975964" y="3643266"/>
            <a:ext cx="215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Waypoints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E4CC03-55C6-DBC1-28AE-1CB2C6C91F91}"/>
              </a:ext>
            </a:extLst>
          </p:cNvPr>
          <p:cNvCxnSpPr>
            <a:cxnSpLocks/>
          </p:cNvCxnSpPr>
          <p:nvPr/>
        </p:nvCxnSpPr>
        <p:spPr>
          <a:xfrm rot="16200000">
            <a:off x="7125661" y="3003043"/>
            <a:ext cx="2743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F255D6-FA73-2601-E6A4-338F15987A4E}"/>
              </a:ext>
            </a:extLst>
          </p:cNvPr>
          <p:cNvSpPr txBox="1"/>
          <p:nvPr/>
        </p:nvSpPr>
        <p:spPr>
          <a:xfrm>
            <a:off x="9681862" y="2794832"/>
            <a:ext cx="130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Evaluation</a:t>
            </a:r>
          </a:p>
          <a:p>
            <a:pPr algn="ctr"/>
            <a:r>
              <a:rPr lang="en-US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Read-only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7F45B76-C4D5-D239-FC9C-F763A825D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512" y="2851338"/>
            <a:ext cx="457200" cy="457200"/>
          </a:xfrm>
          <a:prstGeom prst="rect">
            <a:avLst/>
          </a:prstGeom>
        </p:spPr>
      </p:pic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3FBFDBB-58B9-6C2A-DA23-4B02DD3A728C}"/>
              </a:ext>
            </a:extLst>
          </p:cNvPr>
          <p:cNvCxnSpPr>
            <a:cxnSpLocks/>
            <a:stCxn id="16" idx="2"/>
            <a:endCxn id="6" idx="2"/>
          </p:cNvCxnSpPr>
          <p:nvPr/>
        </p:nvCxnSpPr>
        <p:spPr>
          <a:xfrm rot="5400000" flipH="1">
            <a:off x="5228869" y="2721824"/>
            <a:ext cx="1096722" cy="2571052"/>
          </a:xfrm>
          <a:prstGeom prst="bentConnector3">
            <a:avLst>
              <a:gd name="adj1" fmla="val -63841"/>
            </a:avLst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F69DACB-3854-E133-0DE1-C87B552E1B19}"/>
              </a:ext>
            </a:extLst>
          </p:cNvPr>
          <p:cNvSpPr txBox="1"/>
          <p:nvPr/>
        </p:nvSpPr>
        <p:spPr>
          <a:xfrm>
            <a:off x="4813172" y="4889307"/>
            <a:ext cx="188259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trajectory error</a:t>
            </a:r>
          </a:p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reward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80ED7B-EFE5-A9D2-7BD7-EFD14083BEC9}"/>
              </a:ext>
            </a:extLst>
          </p:cNvPr>
          <p:cNvSpPr txBox="1"/>
          <p:nvPr/>
        </p:nvSpPr>
        <p:spPr>
          <a:xfrm>
            <a:off x="8788167" y="3721096"/>
            <a:ext cx="2454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❌ </a:t>
            </a:r>
            <a:r>
              <a:rPr lang="en-US" sz="1400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cannot update the policy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57930B-F270-3F2E-80F6-6D600F241C68}"/>
              </a:ext>
            </a:extLst>
          </p:cNvPr>
          <p:cNvSpPr txBox="1"/>
          <p:nvPr/>
        </p:nvSpPr>
        <p:spPr>
          <a:xfrm>
            <a:off x="9218949" y="2140331"/>
            <a:ext cx="159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Faithfulness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76FB8290-9715-00C5-197D-1D8BE26B9796}"/>
              </a:ext>
            </a:extLst>
          </p:cNvPr>
          <p:cNvSpPr/>
          <p:nvPr/>
        </p:nvSpPr>
        <p:spPr>
          <a:xfrm>
            <a:off x="182727" y="4174982"/>
            <a:ext cx="3095318" cy="782320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FD969480-4CC6-F9BF-5537-D5BC83BFB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" y="2096498"/>
            <a:ext cx="3452278" cy="1941907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F8E152B4-51DE-A2C2-AA7F-1C971FBFB0F6}"/>
              </a:ext>
            </a:extLst>
          </p:cNvPr>
          <p:cNvSpPr txBox="1"/>
          <p:nvPr/>
        </p:nvSpPr>
        <p:spPr>
          <a:xfrm>
            <a:off x="737581" y="4242976"/>
            <a:ext cx="2535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“Proceed straight to the intersection ahead …”</a:t>
            </a:r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43E2CE1A-D2F4-BB8B-A5DA-3434309CD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18" y="4337541"/>
            <a:ext cx="457200" cy="457200"/>
          </a:xfrm>
          <a:prstGeom prst="rect">
            <a:avLst/>
          </a:prstGeom>
        </p:spPr>
      </p:pic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69FD534F-CAE2-D417-FA51-3CA611D9051A}"/>
              </a:ext>
            </a:extLst>
          </p:cNvPr>
          <p:cNvCxnSpPr>
            <a:stCxn id="1035" idx="3"/>
            <a:endCxn id="6" idx="1"/>
          </p:cNvCxnSpPr>
          <p:nvPr/>
        </p:nvCxnSpPr>
        <p:spPr>
          <a:xfrm>
            <a:off x="3456525" y="3067452"/>
            <a:ext cx="395099" cy="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A98B1A8-CAA8-E9B4-D189-DCA21ABB2085}"/>
              </a:ext>
            </a:extLst>
          </p:cNvPr>
          <p:cNvSpPr txBox="1"/>
          <p:nvPr/>
        </p:nvSpPr>
        <p:spPr>
          <a:xfrm>
            <a:off x="2521974" y="286690"/>
            <a:ext cx="7148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Observed After the Fact</a:t>
            </a:r>
          </a:p>
        </p:txBody>
      </p:sp>
    </p:spTree>
    <p:extLst>
      <p:ext uri="{BB962C8B-B14F-4D97-AF65-F5344CB8AC3E}">
        <p14:creationId xmlns:p14="http://schemas.microsoft.com/office/powerpoint/2010/main" val="112480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772CBBA-D112-D8B6-A8FD-B1E246BDFBC4}"/>
              </a:ext>
            </a:extLst>
          </p:cNvPr>
          <p:cNvSpPr/>
          <p:nvPr/>
        </p:nvSpPr>
        <p:spPr>
          <a:xfrm>
            <a:off x="182727" y="3840070"/>
            <a:ext cx="3095318" cy="782320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CBDCDE-BF3C-4756-61EC-3E355B57EA04}"/>
              </a:ext>
            </a:extLst>
          </p:cNvPr>
          <p:cNvSpPr/>
          <p:nvPr/>
        </p:nvSpPr>
        <p:spPr>
          <a:xfrm>
            <a:off x="9014374" y="2211840"/>
            <a:ext cx="2286000" cy="1142497"/>
          </a:xfrm>
          <a:prstGeom prst="roundRect">
            <a:avLst>
              <a:gd name="adj" fmla="val 8712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807E9-3F4B-46E3-F1E0-4D25F94D0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225" y="2492175"/>
            <a:ext cx="685800" cy="581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C04F62-CF8E-EB30-72AB-47C4DD655C56}"/>
              </a:ext>
            </a:extLst>
          </p:cNvPr>
          <p:cNvSpPr txBox="1"/>
          <p:nvPr/>
        </p:nvSpPr>
        <p:spPr>
          <a:xfrm>
            <a:off x="9878705" y="2492175"/>
            <a:ext cx="1304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Pinocchio</a:t>
            </a:r>
          </a:p>
          <a:p>
            <a:pPr algn="ctr"/>
            <a:r>
              <a:rPr lang="en-US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learned critic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D4A6B5-A2FC-818D-5F48-55189C8AC400}"/>
              </a:ext>
            </a:extLst>
          </p:cNvPr>
          <p:cNvSpPr/>
          <p:nvPr/>
        </p:nvSpPr>
        <p:spPr>
          <a:xfrm>
            <a:off x="6029901" y="1842508"/>
            <a:ext cx="2153920" cy="1458976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EA5BA5-66DA-97F5-29FD-585BB217C48C}"/>
              </a:ext>
            </a:extLst>
          </p:cNvPr>
          <p:cNvSpPr/>
          <p:nvPr/>
        </p:nvSpPr>
        <p:spPr>
          <a:xfrm>
            <a:off x="3941305" y="2340348"/>
            <a:ext cx="1280160" cy="782320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2" name="Picture 2" descr="{&quot;color&quot;:&quot;#000000&quot;,&quot;height&quot;:100,&quot;text&quot;:&quot;\\pi_{\\theta}&quot;,&quot;mathType&quot;:&quot;LaTEX&quot;}">
            <a:extLst>
              <a:ext uri="{FF2B5EF4-FFF2-40B4-BE49-F238E27FC236}">
                <a16:creationId xmlns:a16="http://schemas.microsoft.com/office/drawing/2014/main" id="{E7FE2C88-9109-CFD4-EFA5-09D599F9A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916" y="2579652"/>
            <a:ext cx="642937" cy="3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1EEBA3-ABEB-EA88-9887-250D18687369}"/>
              </a:ext>
            </a:extLst>
          </p:cNvPr>
          <p:cNvSpPr txBox="1"/>
          <p:nvPr/>
        </p:nvSpPr>
        <p:spPr>
          <a:xfrm>
            <a:off x="3849864" y="197101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Robot Policy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D18A9-E294-0C78-5BF0-36FF6BA7BD52}"/>
              </a:ext>
            </a:extLst>
          </p:cNvPr>
          <p:cNvSpPr txBox="1"/>
          <p:nvPr/>
        </p:nvSpPr>
        <p:spPr>
          <a:xfrm>
            <a:off x="6375341" y="184250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Scene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A98509-F61F-6517-D69B-5E2322E0B8E6}"/>
              </a:ext>
            </a:extLst>
          </p:cNvPr>
          <p:cNvSpPr txBox="1"/>
          <p:nvPr/>
        </p:nvSpPr>
        <p:spPr>
          <a:xfrm>
            <a:off x="6375341" y="234034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Justification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0FAA48-A5C2-B040-6048-DD25CF9B6779}"/>
              </a:ext>
            </a:extLst>
          </p:cNvPr>
          <p:cNvSpPr txBox="1"/>
          <p:nvPr/>
        </p:nvSpPr>
        <p:spPr>
          <a:xfrm>
            <a:off x="6375341" y="2838188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Meta-Action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C9ECFA-F5F5-8F90-E1C0-60BAA8351C1C}"/>
              </a:ext>
            </a:extLst>
          </p:cNvPr>
          <p:cNvCxnSpPr/>
          <p:nvPr/>
        </p:nvCxnSpPr>
        <p:spPr>
          <a:xfrm>
            <a:off x="6206685" y="2279388"/>
            <a:ext cx="182880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C251D0-B314-FB07-B102-334A0FE7604C}"/>
              </a:ext>
            </a:extLst>
          </p:cNvPr>
          <p:cNvCxnSpPr/>
          <p:nvPr/>
        </p:nvCxnSpPr>
        <p:spPr>
          <a:xfrm>
            <a:off x="6206685" y="2797302"/>
            <a:ext cx="182880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9010ECB-11A7-B216-68BA-E3DC0AC5E87C}"/>
              </a:ext>
            </a:extLst>
          </p:cNvPr>
          <p:cNvSpPr txBox="1"/>
          <p:nvPr/>
        </p:nvSpPr>
        <p:spPr>
          <a:xfrm>
            <a:off x="6029901" y="1196177"/>
            <a:ext cx="215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Embodied</a:t>
            </a:r>
            <a:b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Chain-of-Thought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447C389-6FD6-6DC8-6276-C74E58088B30}"/>
              </a:ext>
            </a:extLst>
          </p:cNvPr>
          <p:cNvSpPr/>
          <p:nvPr/>
        </p:nvSpPr>
        <p:spPr>
          <a:xfrm>
            <a:off x="6039733" y="3819397"/>
            <a:ext cx="2153920" cy="543113"/>
          </a:xfrm>
          <a:prstGeom prst="roundRect">
            <a:avLst>
              <a:gd name="adj" fmla="val 87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Robot Actions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C61A51E4-39C5-1F65-39D0-35E78EB8F712}"/>
              </a:ext>
            </a:extLst>
          </p:cNvPr>
          <p:cNvSpPr/>
          <p:nvPr/>
        </p:nvSpPr>
        <p:spPr>
          <a:xfrm>
            <a:off x="5360030" y="1275080"/>
            <a:ext cx="344325" cy="3020374"/>
          </a:xfrm>
          <a:prstGeom prst="leftBrace">
            <a:avLst>
              <a:gd name="adj1" fmla="val 31349"/>
              <a:gd name="adj2" fmla="val 509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6B96F4-DF3E-66E9-6D34-995A86110A9A}"/>
              </a:ext>
            </a:extLst>
          </p:cNvPr>
          <p:cNvSpPr txBox="1"/>
          <p:nvPr/>
        </p:nvSpPr>
        <p:spPr>
          <a:xfrm>
            <a:off x="6029901" y="3450065"/>
            <a:ext cx="215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Waypoints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D11AC14-4BE3-E362-4C52-C9C5833DB344}"/>
              </a:ext>
            </a:extLst>
          </p:cNvPr>
          <p:cNvCxnSpPr>
            <a:cxnSpLocks/>
            <a:stCxn id="30" idx="2"/>
            <a:endCxn id="21" idx="2"/>
          </p:cNvCxnSpPr>
          <p:nvPr/>
        </p:nvCxnSpPr>
        <p:spPr>
          <a:xfrm rot="5400000" flipH="1">
            <a:off x="5229118" y="2474935"/>
            <a:ext cx="1239842" cy="2535308"/>
          </a:xfrm>
          <a:prstGeom prst="bentConnector3">
            <a:avLst>
              <a:gd name="adj1" fmla="val -113653"/>
            </a:avLst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D62AFB-7CB5-70C8-3E4C-EE2B81712C94}"/>
              </a:ext>
            </a:extLst>
          </p:cNvPr>
          <p:cNvSpPr txBox="1"/>
          <p:nvPr/>
        </p:nvSpPr>
        <p:spPr>
          <a:xfrm>
            <a:off x="5963157" y="4750837"/>
            <a:ext cx="228740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trajectory error</a:t>
            </a:r>
          </a:p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reward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75076CA4-3276-B17D-E14D-2F379435137A}"/>
              </a:ext>
            </a:extLst>
          </p:cNvPr>
          <p:cNvSpPr>
            <a:spLocks noChangeAspect="1"/>
          </p:cNvSpPr>
          <p:nvPr/>
        </p:nvSpPr>
        <p:spPr>
          <a:xfrm>
            <a:off x="6930547" y="5577266"/>
            <a:ext cx="372292" cy="36576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E5D6DC6-16A9-E856-B8F5-5CA46598A879}"/>
              </a:ext>
            </a:extLst>
          </p:cNvPr>
          <p:cNvCxnSpPr>
            <a:stCxn id="4" idx="2"/>
            <a:endCxn id="38" idx="6"/>
          </p:cNvCxnSpPr>
          <p:nvPr/>
        </p:nvCxnSpPr>
        <p:spPr>
          <a:xfrm rot="5400000">
            <a:off x="7527203" y="3129974"/>
            <a:ext cx="2405809" cy="2854535"/>
          </a:xfrm>
          <a:prstGeom prst="bentConnector2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821194D-3161-6491-8829-980C12555958}"/>
              </a:ext>
            </a:extLst>
          </p:cNvPr>
          <p:cNvSpPr txBox="1"/>
          <p:nvPr/>
        </p:nvSpPr>
        <p:spPr>
          <a:xfrm>
            <a:off x="9282304" y="3838384"/>
            <a:ext cx="175014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faithfulness</a:t>
            </a:r>
          </a:p>
          <a:p>
            <a:pPr algn="ctr"/>
            <a:r>
              <a:rPr lang="en-US" sz="20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reward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96A3C8-E831-83D4-D068-8B54F23704E5}"/>
              </a:ext>
            </a:extLst>
          </p:cNvPr>
          <p:cNvSpPr txBox="1"/>
          <p:nvPr/>
        </p:nvSpPr>
        <p:spPr>
          <a:xfrm>
            <a:off x="9360784" y="1801294"/>
            <a:ext cx="159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Faithfulness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362F31CC-0CA8-0A2C-04D6-3461280C3254}"/>
              </a:ext>
            </a:extLst>
          </p:cNvPr>
          <p:cNvSpPr/>
          <p:nvPr/>
        </p:nvSpPr>
        <p:spPr>
          <a:xfrm flipH="1">
            <a:off x="8519199" y="1275080"/>
            <a:ext cx="344325" cy="3020374"/>
          </a:xfrm>
          <a:prstGeom prst="leftBrace">
            <a:avLst>
              <a:gd name="adj1" fmla="val 31349"/>
              <a:gd name="adj2" fmla="val 509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7DD76D-8667-7790-5BD3-A84A253B73CC}"/>
              </a:ext>
            </a:extLst>
          </p:cNvPr>
          <p:cNvSpPr txBox="1"/>
          <p:nvPr/>
        </p:nvSpPr>
        <p:spPr>
          <a:xfrm>
            <a:off x="6915132" y="5575480"/>
            <a:ext cx="40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+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F44BF3CB-23E2-B4A3-3D7E-CDE6294CEF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" y="1761586"/>
            <a:ext cx="3452278" cy="194190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D7C5B21-C177-241C-18B3-AE7ED70E2C3C}"/>
              </a:ext>
            </a:extLst>
          </p:cNvPr>
          <p:cNvSpPr txBox="1"/>
          <p:nvPr/>
        </p:nvSpPr>
        <p:spPr>
          <a:xfrm>
            <a:off x="737581" y="3908064"/>
            <a:ext cx="2535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“Proceed straight to the intersection ahead …”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4A31E69-41BD-B3C6-5478-7E86779812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18" y="4002629"/>
            <a:ext cx="457200" cy="457200"/>
          </a:xfrm>
          <a:prstGeom prst="rect">
            <a:avLst/>
          </a:prstGeom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E5CD9A6-5562-0091-5CC2-0D6AA047217A}"/>
              </a:ext>
            </a:extLst>
          </p:cNvPr>
          <p:cNvCxnSpPr>
            <a:cxnSpLocks/>
            <a:stCxn id="62" idx="3"/>
            <a:endCxn id="21" idx="1"/>
          </p:cNvCxnSpPr>
          <p:nvPr/>
        </p:nvCxnSpPr>
        <p:spPr>
          <a:xfrm flipV="1">
            <a:off x="3456525" y="2731508"/>
            <a:ext cx="484780" cy="1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995C286-D4C4-14CB-A874-916A56CFEC35}"/>
              </a:ext>
            </a:extLst>
          </p:cNvPr>
          <p:cNvSpPr txBox="1"/>
          <p:nvPr/>
        </p:nvSpPr>
        <p:spPr>
          <a:xfrm>
            <a:off x="2521974" y="286690"/>
            <a:ext cx="7148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Optimized in the Loop</a:t>
            </a:r>
          </a:p>
        </p:txBody>
      </p:sp>
    </p:spTree>
    <p:extLst>
      <p:ext uri="{BB962C8B-B14F-4D97-AF65-F5344CB8AC3E}">
        <p14:creationId xmlns:p14="http://schemas.microsoft.com/office/powerpoint/2010/main" val="191920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185</Words>
  <Application>Microsoft Office PowerPoint</Application>
  <PresentationFormat>Widescreen</PresentationFormat>
  <Paragraphs>85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Blue Origin,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Foutter</dc:creator>
  <cp:lastModifiedBy>Matthew Foutter</cp:lastModifiedBy>
  <cp:revision>1</cp:revision>
  <dcterms:created xsi:type="dcterms:W3CDTF">2026-06-30T20:51:23Z</dcterms:created>
  <dcterms:modified xsi:type="dcterms:W3CDTF">2026-07-01T22:33:21Z</dcterms:modified>
</cp:coreProperties>
</file>